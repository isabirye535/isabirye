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sldIdLst>
    <p:sldId id="256" r:id="rId2"/>
    <p:sldId id="257" r:id="rId3"/>
    <p:sldId id="260" r:id="rId4"/>
    <p:sldId id="261" r:id="rId5"/>
    <p:sldId id="262" r:id="rId6"/>
    <p:sldId id="264" r:id="rId7"/>
    <p:sldId id="265" r:id="rId8"/>
    <p:sldId id="270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wasampijja Mike" userId="86f4dd50fab1ff77" providerId="LiveId" clId="{F251FA85-E0E5-42D4-8374-9EE0C3AD82E8}"/>
    <pc:docChg chg="undo custSel addSld delSld modSld modMainMaster">
      <pc:chgData name="Lwasampijja Mike" userId="86f4dd50fab1ff77" providerId="LiveId" clId="{F251FA85-E0E5-42D4-8374-9EE0C3AD82E8}" dt="2025-09-23T07:39:53.846" v="1500"/>
      <pc:docMkLst>
        <pc:docMk/>
      </pc:docMkLst>
      <pc:sldChg chg="modSp new add del mod modTransition">
        <pc:chgData name="Lwasampijja Mike" userId="86f4dd50fab1ff77" providerId="LiveId" clId="{F251FA85-E0E5-42D4-8374-9EE0C3AD82E8}" dt="2025-09-23T07:39:34.828" v="1499"/>
        <pc:sldMkLst>
          <pc:docMk/>
          <pc:sldMk cId="3429227723" sldId="256"/>
        </pc:sldMkLst>
        <pc:spChg chg="mod">
          <ac:chgData name="Lwasampijja Mike" userId="86f4dd50fab1ff77" providerId="LiveId" clId="{F251FA85-E0E5-42D4-8374-9EE0C3AD82E8}" dt="2025-09-23T07:35:11.775" v="1274" actId="14100"/>
          <ac:spMkLst>
            <pc:docMk/>
            <pc:sldMk cId="3429227723" sldId="256"/>
            <ac:spMk id="2" creationId="{1C37FDE5-ACF8-4BC6-BD7F-88AAFFD9AB6E}"/>
          </ac:spMkLst>
        </pc:spChg>
        <pc:spChg chg="mod">
          <ac:chgData name="Lwasampijja Mike" userId="86f4dd50fab1ff77" providerId="LiveId" clId="{F251FA85-E0E5-42D4-8374-9EE0C3AD82E8}" dt="2025-09-23T07:35:25.448" v="1275" actId="122"/>
          <ac:spMkLst>
            <pc:docMk/>
            <pc:sldMk cId="3429227723" sldId="256"/>
            <ac:spMk id="3" creationId="{E40FD0D2-2D1D-4141-AFF9-0FAC6539ADFE}"/>
          </ac:spMkLst>
        </pc:spChg>
      </pc:sldChg>
      <pc:sldChg chg="new del">
        <pc:chgData name="Lwasampijja Mike" userId="86f4dd50fab1ff77" providerId="LiveId" clId="{F251FA85-E0E5-42D4-8374-9EE0C3AD82E8}" dt="2025-09-23T04:46:00.360" v="34" actId="2696"/>
        <pc:sldMkLst>
          <pc:docMk/>
          <pc:sldMk cId="855807738" sldId="257"/>
        </pc:sldMkLst>
      </pc:sldChg>
      <pc:sldChg chg="addSp delSp modSp add del mod modTransition">
        <pc:chgData name="Lwasampijja Mike" userId="86f4dd50fab1ff77" providerId="LiveId" clId="{F251FA85-E0E5-42D4-8374-9EE0C3AD82E8}" dt="2025-09-23T07:39:34.828" v="1499"/>
        <pc:sldMkLst>
          <pc:docMk/>
          <pc:sldMk cId="3725521318" sldId="257"/>
        </pc:sldMkLst>
        <pc:spChg chg="del mod">
          <ac:chgData name="Lwasampijja Mike" userId="86f4dd50fab1ff77" providerId="LiveId" clId="{F251FA85-E0E5-42D4-8374-9EE0C3AD82E8}" dt="2025-09-23T07:27:52.348" v="1259" actId="21"/>
          <ac:spMkLst>
            <pc:docMk/>
            <pc:sldMk cId="3725521318" sldId="257"/>
            <ac:spMk id="2" creationId="{FA1F3FDC-F098-4ED4-90A6-4511DCAC6728}"/>
          </ac:spMkLst>
        </pc:spChg>
        <pc:spChg chg="add mod">
          <ac:chgData name="Lwasampijja Mike" userId="86f4dd50fab1ff77" providerId="LiveId" clId="{F251FA85-E0E5-42D4-8374-9EE0C3AD82E8}" dt="2025-09-23T07:15:34.399" v="1232" actId="255"/>
          <ac:spMkLst>
            <pc:docMk/>
            <pc:sldMk cId="3725521318" sldId="257"/>
            <ac:spMk id="3" creationId="{F788C6E1-7F38-43E8-B749-FF8D963C81FB}"/>
          </ac:spMkLst>
        </pc:spChg>
      </pc:sldChg>
      <pc:sldChg chg="add del">
        <pc:chgData name="Lwasampijja Mike" userId="86f4dd50fab1ff77" providerId="LiveId" clId="{F251FA85-E0E5-42D4-8374-9EE0C3AD82E8}" dt="2025-09-23T04:48:05.175" v="37" actId="2696"/>
        <pc:sldMkLst>
          <pc:docMk/>
          <pc:sldMk cId="3350101874" sldId="258"/>
        </pc:sldMkLst>
      </pc:sldChg>
      <pc:sldChg chg="add del">
        <pc:chgData name="Lwasampijja Mike" userId="86f4dd50fab1ff77" providerId="LiveId" clId="{F251FA85-E0E5-42D4-8374-9EE0C3AD82E8}" dt="2025-09-23T04:49:07.991" v="44" actId="2696"/>
        <pc:sldMkLst>
          <pc:docMk/>
          <pc:sldMk cId="4008815230" sldId="258"/>
        </pc:sldMkLst>
      </pc:sldChg>
      <pc:sldChg chg="modSp add del mod">
        <pc:chgData name="Lwasampijja Mike" userId="86f4dd50fab1ff77" providerId="LiveId" clId="{F251FA85-E0E5-42D4-8374-9EE0C3AD82E8}" dt="2025-09-23T04:58:46.836" v="186" actId="2696"/>
        <pc:sldMkLst>
          <pc:docMk/>
          <pc:sldMk cId="153128212" sldId="259"/>
        </pc:sldMkLst>
        <pc:spChg chg="mod">
          <ac:chgData name="Lwasampijja Mike" userId="86f4dd50fab1ff77" providerId="LiveId" clId="{F251FA85-E0E5-42D4-8374-9EE0C3AD82E8}" dt="2025-09-23T04:57:31.739" v="64" actId="20577"/>
          <ac:spMkLst>
            <pc:docMk/>
            <pc:sldMk cId="153128212" sldId="259"/>
            <ac:spMk id="2" creationId="{3701E58D-DB03-4B5C-8C59-27890A17F55A}"/>
          </ac:spMkLst>
        </pc:spChg>
        <pc:spChg chg="mod">
          <ac:chgData name="Lwasampijja Mike" userId="86f4dd50fab1ff77" providerId="LiveId" clId="{F251FA85-E0E5-42D4-8374-9EE0C3AD82E8}" dt="2025-09-23T04:58:34.882" v="185" actId="20577"/>
          <ac:spMkLst>
            <pc:docMk/>
            <pc:sldMk cId="153128212" sldId="259"/>
            <ac:spMk id="3" creationId="{BC7BE069-F230-400D-82B5-FAF8897D478A}"/>
          </ac:spMkLst>
        </pc:spChg>
      </pc:sldChg>
      <pc:sldChg chg="modSp add del">
        <pc:chgData name="Lwasampijja Mike" userId="86f4dd50fab1ff77" providerId="LiveId" clId="{F251FA85-E0E5-42D4-8374-9EE0C3AD82E8}" dt="2025-09-23T05:00:25.699" v="190" actId="2696"/>
        <pc:sldMkLst>
          <pc:docMk/>
          <pc:sldMk cId="1683325264" sldId="259"/>
        </pc:sldMkLst>
        <pc:spChg chg="mod">
          <ac:chgData name="Lwasampijja Mike" userId="86f4dd50fab1ff77" providerId="LiveId" clId="{F251FA85-E0E5-42D4-8374-9EE0C3AD82E8}" dt="2025-09-23T04:59:32.889" v="187"/>
          <ac:spMkLst>
            <pc:docMk/>
            <pc:sldMk cId="1683325264" sldId="259"/>
            <ac:spMk id="2" creationId="{3701E58D-DB03-4B5C-8C59-27890A17F55A}"/>
          </ac:spMkLst>
        </pc:spChg>
        <pc:spChg chg="mod">
          <ac:chgData name="Lwasampijja Mike" userId="86f4dd50fab1ff77" providerId="LiveId" clId="{F251FA85-E0E5-42D4-8374-9EE0C3AD82E8}" dt="2025-09-23T04:59:32.889" v="187"/>
          <ac:spMkLst>
            <pc:docMk/>
            <pc:sldMk cId="1683325264" sldId="259"/>
            <ac:spMk id="3" creationId="{BC7BE069-F230-400D-82B5-FAF8897D478A}"/>
          </ac:spMkLst>
        </pc:spChg>
      </pc:sldChg>
      <pc:sldChg chg="addSp delSp modSp add del mod modTransition">
        <pc:chgData name="Lwasampijja Mike" userId="86f4dd50fab1ff77" providerId="LiveId" clId="{F251FA85-E0E5-42D4-8374-9EE0C3AD82E8}" dt="2025-09-23T07:39:34.828" v="1499"/>
        <pc:sldMkLst>
          <pc:docMk/>
          <pc:sldMk cId="851123834" sldId="260"/>
        </pc:sldMkLst>
        <pc:spChg chg="del">
          <ac:chgData name="Lwasampijja Mike" userId="86f4dd50fab1ff77" providerId="LiveId" clId="{F251FA85-E0E5-42D4-8374-9EE0C3AD82E8}" dt="2025-09-23T05:00:36.481" v="191" actId="478"/>
          <ac:spMkLst>
            <pc:docMk/>
            <pc:sldMk cId="851123834" sldId="260"/>
            <ac:spMk id="2" creationId="{3C5A9563-ACF0-4D29-BF21-A1236503C005}"/>
          </ac:spMkLst>
        </pc:spChg>
        <pc:spChg chg="del">
          <ac:chgData name="Lwasampijja Mike" userId="86f4dd50fab1ff77" providerId="LiveId" clId="{F251FA85-E0E5-42D4-8374-9EE0C3AD82E8}" dt="2025-09-23T05:00:36.481" v="191" actId="478"/>
          <ac:spMkLst>
            <pc:docMk/>
            <pc:sldMk cId="851123834" sldId="260"/>
            <ac:spMk id="3" creationId="{A1321D56-176D-43A2-987D-FB269758460A}"/>
          </ac:spMkLst>
        </pc:spChg>
        <pc:spChg chg="add mod">
          <ac:chgData name="Lwasampijja Mike" userId="86f4dd50fab1ff77" providerId="LiveId" clId="{F251FA85-E0E5-42D4-8374-9EE0C3AD82E8}" dt="2025-09-23T05:08:56.931" v="417" actId="113"/>
          <ac:spMkLst>
            <pc:docMk/>
            <pc:sldMk cId="851123834" sldId="260"/>
            <ac:spMk id="4" creationId="{077F5FC3-2C19-4239-BE0E-BBE3332154AC}"/>
          </ac:spMkLst>
        </pc:spChg>
        <pc:spChg chg="add mod">
          <ac:chgData name="Lwasampijja Mike" userId="86f4dd50fab1ff77" providerId="LiveId" clId="{F251FA85-E0E5-42D4-8374-9EE0C3AD82E8}" dt="2025-09-23T05:08:38.494" v="415" actId="14100"/>
          <ac:spMkLst>
            <pc:docMk/>
            <pc:sldMk cId="851123834" sldId="260"/>
            <ac:spMk id="5" creationId="{8B646185-3C7E-47C9-8343-1C5D1440F1D3}"/>
          </ac:spMkLst>
        </pc:spChg>
        <pc:spChg chg="add mod">
          <ac:chgData name="Lwasampijja Mike" userId="86f4dd50fab1ff77" providerId="LiveId" clId="{F251FA85-E0E5-42D4-8374-9EE0C3AD82E8}" dt="2025-09-23T05:05:23.109" v="401" actId="571"/>
          <ac:spMkLst>
            <pc:docMk/>
            <pc:sldMk cId="851123834" sldId="260"/>
            <ac:spMk id="7" creationId="{842AF446-F9EF-4EA9-99EA-A5C3E63A1079}"/>
          </ac:spMkLst>
        </pc:spChg>
        <pc:spChg chg="add mod">
          <ac:chgData name="Lwasampijja Mike" userId="86f4dd50fab1ff77" providerId="LiveId" clId="{F251FA85-E0E5-42D4-8374-9EE0C3AD82E8}" dt="2025-09-23T05:05:23.109" v="401" actId="571"/>
          <ac:spMkLst>
            <pc:docMk/>
            <pc:sldMk cId="851123834" sldId="260"/>
            <ac:spMk id="8" creationId="{F160BC28-DA00-4B14-A7EF-49643F016E49}"/>
          </ac:spMkLst>
        </pc:spChg>
        <pc:spChg chg="add mod">
          <ac:chgData name="Lwasampijja Mike" userId="86f4dd50fab1ff77" providerId="LiveId" clId="{F251FA85-E0E5-42D4-8374-9EE0C3AD82E8}" dt="2025-09-23T05:07:28.833" v="406" actId="571"/>
          <ac:spMkLst>
            <pc:docMk/>
            <pc:sldMk cId="851123834" sldId="260"/>
            <ac:spMk id="9" creationId="{D55A5ACF-ED04-48DE-B6B5-FCC7A27DE937}"/>
          </ac:spMkLst>
        </pc:spChg>
        <pc:spChg chg="add mod">
          <ac:chgData name="Lwasampijja Mike" userId="86f4dd50fab1ff77" providerId="LiveId" clId="{F251FA85-E0E5-42D4-8374-9EE0C3AD82E8}" dt="2025-09-23T05:07:28.833" v="406" actId="571"/>
          <ac:spMkLst>
            <pc:docMk/>
            <pc:sldMk cId="851123834" sldId="260"/>
            <ac:spMk id="10" creationId="{795ECC41-D045-4FDD-B05F-7BB6C16DB291}"/>
          </ac:spMkLst>
        </pc:spChg>
        <pc:picChg chg="del mod">
          <ac:chgData name="Lwasampijja Mike" userId="86f4dd50fab1ff77" providerId="LiveId" clId="{F251FA85-E0E5-42D4-8374-9EE0C3AD82E8}" dt="2025-09-23T05:00:36.481" v="191" actId="478"/>
          <ac:picMkLst>
            <pc:docMk/>
            <pc:sldMk cId="851123834" sldId="260"/>
            <ac:picMk id="1025" creationId="{847F5DCB-99E0-4732-A821-2AB5CADBFBEC}"/>
          </ac:picMkLst>
        </pc:picChg>
      </pc:sldChg>
      <pc:sldChg chg="addSp modSp new mod modTransition">
        <pc:chgData name="Lwasampijja Mike" userId="86f4dd50fab1ff77" providerId="LiveId" clId="{F251FA85-E0E5-42D4-8374-9EE0C3AD82E8}" dt="2025-09-23T07:39:34.828" v="1499"/>
        <pc:sldMkLst>
          <pc:docMk/>
          <pc:sldMk cId="1769860364" sldId="261"/>
        </pc:sldMkLst>
        <pc:spChg chg="add mod">
          <ac:chgData name="Lwasampijja Mike" userId="86f4dd50fab1ff77" providerId="LiveId" clId="{F251FA85-E0E5-42D4-8374-9EE0C3AD82E8}" dt="2025-09-23T05:28:20.894" v="435" actId="1076"/>
          <ac:spMkLst>
            <pc:docMk/>
            <pc:sldMk cId="1769860364" sldId="261"/>
            <ac:spMk id="2" creationId="{5819342E-91CB-4E00-9FB0-68F0912CEA28}"/>
          </ac:spMkLst>
        </pc:spChg>
        <pc:spChg chg="add mod">
          <ac:chgData name="Lwasampijja Mike" userId="86f4dd50fab1ff77" providerId="LiveId" clId="{F251FA85-E0E5-42D4-8374-9EE0C3AD82E8}" dt="2025-09-23T05:28:47.799" v="438" actId="14100"/>
          <ac:spMkLst>
            <pc:docMk/>
            <pc:sldMk cId="1769860364" sldId="261"/>
            <ac:spMk id="3" creationId="{538FCFF6-477B-4E5A-A50C-A8A6152D68B4}"/>
          </ac:spMkLst>
        </pc:spChg>
        <pc:spChg chg="add mod">
          <ac:chgData name="Lwasampijja Mike" userId="86f4dd50fab1ff77" providerId="LiveId" clId="{F251FA85-E0E5-42D4-8374-9EE0C3AD82E8}" dt="2025-09-23T05:30:48.182" v="444" actId="1076"/>
          <ac:spMkLst>
            <pc:docMk/>
            <pc:sldMk cId="1769860364" sldId="261"/>
            <ac:spMk id="4" creationId="{99E6B372-DAF4-4E61-AFD6-9B03EF7389D9}"/>
          </ac:spMkLst>
        </pc:spChg>
        <pc:spChg chg="add mod">
          <ac:chgData name="Lwasampijja Mike" userId="86f4dd50fab1ff77" providerId="LiveId" clId="{F251FA85-E0E5-42D4-8374-9EE0C3AD82E8}" dt="2025-09-23T05:30:16.316" v="442" actId="14100"/>
          <ac:spMkLst>
            <pc:docMk/>
            <pc:sldMk cId="1769860364" sldId="261"/>
            <ac:spMk id="5" creationId="{69CEDF22-DF83-4A10-845A-F16AF3C570A3}"/>
          </ac:spMkLst>
        </pc:spChg>
        <pc:spChg chg="add mod">
          <ac:chgData name="Lwasampijja Mike" userId="86f4dd50fab1ff77" providerId="LiveId" clId="{F251FA85-E0E5-42D4-8374-9EE0C3AD82E8}" dt="2025-09-23T07:28:53.238" v="1262" actId="1076"/>
          <ac:spMkLst>
            <pc:docMk/>
            <pc:sldMk cId="1769860364" sldId="261"/>
            <ac:spMk id="6" creationId="{64FA34F0-DC86-43ED-A397-A853F9360DCC}"/>
          </ac:spMkLst>
        </pc:spChg>
        <pc:picChg chg="add mod">
          <ac:chgData name="Lwasampijja Mike" userId="86f4dd50fab1ff77" providerId="LiveId" clId="{F251FA85-E0E5-42D4-8374-9EE0C3AD82E8}" dt="2025-09-23T05:28:28.166" v="436" actId="1076"/>
          <ac:picMkLst>
            <pc:docMk/>
            <pc:sldMk cId="1769860364" sldId="261"/>
            <ac:picMk id="2049" creationId="{141D98E1-221B-4B16-89A3-402303B7CF10}"/>
          </ac:picMkLst>
        </pc:picChg>
        <pc:picChg chg="add mod">
          <ac:chgData name="Lwasampijja Mike" userId="86f4dd50fab1ff77" providerId="LiveId" clId="{F251FA85-E0E5-42D4-8374-9EE0C3AD82E8}" dt="2025-09-23T05:30:16.316" v="442" actId="14100"/>
          <ac:picMkLst>
            <pc:docMk/>
            <pc:sldMk cId="1769860364" sldId="261"/>
            <ac:picMk id="2052" creationId="{87CDD831-06F2-4D00-A866-DB8583CEA226}"/>
          </ac:picMkLst>
        </pc:picChg>
      </pc:sldChg>
      <pc:sldChg chg="addSp new add del">
        <pc:chgData name="Lwasampijja Mike" userId="86f4dd50fab1ff77" providerId="LiveId" clId="{F251FA85-E0E5-42D4-8374-9EE0C3AD82E8}" dt="2025-09-23T05:24:34.174" v="422" actId="2696"/>
        <pc:sldMkLst>
          <pc:docMk/>
          <pc:sldMk cId="2043306049" sldId="261"/>
        </pc:sldMkLst>
        <pc:spChg chg="add">
          <ac:chgData name="Lwasampijja Mike" userId="86f4dd50fab1ff77" providerId="LiveId" clId="{F251FA85-E0E5-42D4-8374-9EE0C3AD82E8}" dt="2025-09-23T05:21:06.322" v="419"/>
          <ac:spMkLst>
            <pc:docMk/>
            <pc:sldMk cId="2043306049" sldId="261"/>
            <ac:spMk id="2" creationId="{C64CB810-39C4-4C6D-9FA3-411D4DB5DAA7}"/>
          </ac:spMkLst>
        </pc:spChg>
        <pc:spChg chg="add">
          <ac:chgData name="Lwasampijja Mike" userId="86f4dd50fab1ff77" providerId="LiveId" clId="{F251FA85-E0E5-42D4-8374-9EE0C3AD82E8}" dt="2025-09-23T05:21:06.322" v="419"/>
          <ac:spMkLst>
            <pc:docMk/>
            <pc:sldMk cId="2043306049" sldId="261"/>
            <ac:spMk id="3" creationId="{3989E2D2-567D-40F1-AD92-6D73C20C22CF}"/>
          </ac:spMkLst>
        </pc:spChg>
        <pc:spChg chg="add">
          <ac:chgData name="Lwasampijja Mike" userId="86f4dd50fab1ff77" providerId="LiveId" clId="{F251FA85-E0E5-42D4-8374-9EE0C3AD82E8}" dt="2025-09-23T05:21:06.322" v="419"/>
          <ac:spMkLst>
            <pc:docMk/>
            <pc:sldMk cId="2043306049" sldId="261"/>
            <ac:spMk id="4" creationId="{15F27FEA-3E8D-48EF-BD04-132936C9AD69}"/>
          </ac:spMkLst>
        </pc:spChg>
        <pc:spChg chg="add">
          <ac:chgData name="Lwasampijja Mike" userId="86f4dd50fab1ff77" providerId="LiveId" clId="{F251FA85-E0E5-42D4-8374-9EE0C3AD82E8}" dt="2025-09-23T05:21:06.322" v="419"/>
          <ac:spMkLst>
            <pc:docMk/>
            <pc:sldMk cId="2043306049" sldId="261"/>
            <ac:spMk id="5" creationId="{0F47B30E-7487-4876-B965-10A48764C1E0}"/>
          </ac:spMkLst>
        </pc:spChg>
        <pc:spChg chg="add">
          <ac:chgData name="Lwasampijja Mike" userId="86f4dd50fab1ff77" providerId="LiveId" clId="{F251FA85-E0E5-42D4-8374-9EE0C3AD82E8}" dt="2025-09-23T05:21:06.322" v="419"/>
          <ac:spMkLst>
            <pc:docMk/>
            <pc:sldMk cId="2043306049" sldId="261"/>
            <ac:spMk id="6" creationId="{3AE64199-4E74-49C8-A61C-02515F4ABF4A}"/>
          </ac:spMkLst>
        </pc:spChg>
        <pc:spChg chg="add">
          <ac:chgData name="Lwasampijja Mike" userId="86f4dd50fab1ff77" providerId="LiveId" clId="{F251FA85-E0E5-42D4-8374-9EE0C3AD82E8}" dt="2025-09-23T05:21:06.322" v="419"/>
          <ac:spMkLst>
            <pc:docMk/>
            <pc:sldMk cId="2043306049" sldId="261"/>
            <ac:spMk id="7" creationId="{1B789956-7015-46FC-98CA-44B3339F8669}"/>
          </ac:spMkLst>
        </pc:spChg>
        <pc:picChg chg="add">
          <ac:chgData name="Lwasampijja Mike" userId="86f4dd50fab1ff77" providerId="LiveId" clId="{F251FA85-E0E5-42D4-8374-9EE0C3AD82E8}" dt="2025-09-23T05:21:06.322" v="419"/>
          <ac:picMkLst>
            <pc:docMk/>
            <pc:sldMk cId="2043306049" sldId="261"/>
            <ac:picMk id="1025" creationId="{166AFD7A-8B98-448D-B8F7-87E95B6EA8CC}"/>
          </ac:picMkLst>
        </pc:picChg>
        <pc:picChg chg="add">
          <ac:chgData name="Lwasampijja Mike" userId="86f4dd50fab1ff77" providerId="LiveId" clId="{F251FA85-E0E5-42D4-8374-9EE0C3AD82E8}" dt="2025-09-23T05:21:06.322" v="419"/>
          <ac:picMkLst>
            <pc:docMk/>
            <pc:sldMk cId="2043306049" sldId="261"/>
            <ac:picMk id="1026" creationId="{2DB67EBE-07EC-4575-AA4A-06BBEE03B640}"/>
          </ac:picMkLst>
        </pc:picChg>
        <pc:picChg chg="add">
          <ac:chgData name="Lwasampijja Mike" userId="86f4dd50fab1ff77" providerId="LiveId" clId="{F251FA85-E0E5-42D4-8374-9EE0C3AD82E8}" dt="2025-09-23T05:21:06.322" v="419"/>
          <ac:picMkLst>
            <pc:docMk/>
            <pc:sldMk cId="2043306049" sldId="261"/>
            <ac:picMk id="1027" creationId="{4FA67ACD-09F7-47E4-BED2-656141A520CF}"/>
          </ac:picMkLst>
        </pc:picChg>
        <pc:picChg chg="add">
          <ac:chgData name="Lwasampijja Mike" userId="86f4dd50fab1ff77" providerId="LiveId" clId="{F251FA85-E0E5-42D4-8374-9EE0C3AD82E8}" dt="2025-09-23T05:21:06.322" v="419"/>
          <ac:picMkLst>
            <pc:docMk/>
            <pc:sldMk cId="2043306049" sldId="261"/>
            <ac:picMk id="1028" creationId="{22E0835C-7FF7-4027-BD43-A7490F7F6A11}"/>
          </ac:picMkLst>
        </pc:picChg>
        <pc:picChg chg="add">
          <ac:chgData name="Lwasampijja Mike" userId="86f4dd50fab1ff77" providerId="LiveId" clId="{F251FA85-E0E5-42D4-8374-9EE0C3AD82E8}" dt="2025-09-23T05:21:06.322" v="419"/>
          <ac:picMkLst>
            <pc:docMk/>
            <pc:sldMk cId="2043306049" sldId="261"/>
            <ac:picMk id="1029" creationId="{3D71E272-55F5-4B7F-83FC-947D41A4A21B}"/>
          </ac:picMkLst>
        </pc:picChg>
      </pc:sldChg>
      <pc:sldChg chg="addSp delSp modSp new mod modTransition">
        <pc:chgData name="Lwasampijja Mike" userId="86f4dd50fab1ff77" providerId="LiveId" clId="{F251FA85-E0E5-42D4-8374-9EE0C3AD82E8}" dt="2025-09-23T07:39:34.828" v="1499"/>
        <pc:sldMkLst>
          <pc:docMk/>
          <pc:sldMk cId="2537804742" sldId="262"/>
        </pc:sldMkLst>
        <pc:spChg chg="add mod">
          <ac:chgData name="Lwasampijja Mike" userId="86f4dd50fab1ff77" providerId="LiveId" clId="{F251FA85-E0E5-42D4-8374-9EE0C3AD82E8}" dt="2025-09-23T07:01:07.425" v="1074" actId="1076"/>
          <ac:spMkLst>
            <pc:docMk/>
            <pc:sldMk cId="2537804742" sldId="262"/>
            <ac:spMk id="2" creationId="{2E5A9631-F74F-44FA-8A57-83CC870F67B4}"/>
          </ac:spMkLst>
        </pc:spChg>
        <pc:spChg chg="add mod">
          <ac:chgData name="Lwasampijja Mike" userId="86f4dd50fab1ff77" providerId="LiveId" clId="{F251FA85-E0E5-42D4-8374-9EE0C3AD82E8}" dt="2025-09-23T07:01:45.244" v="1079" actId="1076"/>
          <ac:spMkLst>
            <pc:docMk/>
            <pc:sldMk cId="2537804742" sldId="262"/>
            <ac:spMk id="3" creationId="{16258866-A744-46EF-BCE2-825469D41201}"/>
          </ac:spMkLst>
        </pc:spChg>
        <pc:spChg chg="add mod">
          <ac:chgData name="Lwasampijja Mike" userId="86f4dd50fab1ff77" providerId="LiveId" clId="{F251FA85-E0E5-42D4-8374-9EE0C3AD82E8}" dt="2025-09-23T07:01:55.010" v="1081" actId="1076"/>
          <ac:spMkLst>
            <pc:docMk/>
            <pc:sldMk cId="2537804742" sldId="262"/>
            <ac:spMk id="4" creationId="{41CB4EDD-BBEE-4CC5-9418-133A72EE930B}"/>
          </ac:spMkLst>
        </pc:spChg>
        <pc:spChg chg="add mod">
          <ac:chgData name="Lwasampijja Mike" userId="86f4dd50fab1ff77" providerId="LiveId" clId="{F251FA85-E0E5-42D4-8374-9EE0C3AD82E8}" dt="2025-09-23T05:36:38.300" v="489"/>
          <ac:spMkLst>
            <pc:docMk/>
            <pc:sldMk cId="2537804742" sldId="262"/>
            <ac:spMk id="5" creationId="{49DBA060-3527-4554-809E-982E7F3E072C}"/>
          </ac:spMkLst>
        </pc:spChg>
        <pc:spChg chg="add del">
          <ac:chgData name="Lwasampijja Mike" userId="86f4dd50fab1ff77" providerId="LiveId" clId="{F251FA85-E0E5-42D4-8374-9EE0C3AD82E8}" dt="2025-09-23T07:04:12.895" v="1093" actId="22"/>
          <ac:spMkLst>
            <pc:docMk/>
            <pc:sldMk cId="2537804742" sldId="262"/>
            <ac:spMk id="10" creationId="{DA50C539-6A03-4759-BF80-4EBB65A121B4}"/>
          </ac:spMkLst>
        </pc:spChg>
        <pc:spChg chg="add mod">
          <ac:chgData name="Lwasampijja Mike" userId="86f4dd50fab1ff77" providerId="LiveId" clId="{F251FA85-E0E5-42D4-8374-9EE0C3AD82E8}" dt="2025-09-23T07:09:43.655" v="1127" actId="1076"/>
          <ac:spMkLst>
            <pc:docMk/>
            <pc:sldMk cId="2537804742" sldId="262"/>
            <ac:spMk id="11" creationId="{AB243CD3-2A36-455F-8D13-628985F7029B}"/>
          </ac:spMkLst>
        </pc:spChg>
        <pc:spChg chg="add mod">
          <ac:chgData name="Lwasampijja Mike" userId="86f4dd50fab1ff77" providerId="LiveId" clId="{F251FA85-E0E5-42D4-8374-9EE0C3AD82E8}" dt="2025-09-23T07:32:36.740" v="1264" actId="13926"/>
          <ac:spMkLst>
            <pc:docMk/>
            <pc:sldMk cId="2537804742" sldId="262"/>
            <ac:spMk id="12" creationId="{F8DE2570-D6E2-47D5-BFAF-70AED0D7E4F0}"/>
          </ac:spMkLst>
        </pc:spChg>
        <pc:spChg chg="add mod">
          <ac:chgData name="Lwasampijja Mike" userId="86f4dd50fab1ff77" providerId="LiveId" clId="{F251FA85-E0E5-42D4-8374-9EE0C3AD82E8}" dt="2025-09-23T07:31:47.644" v="1263" actId="13926"/>
          <ac:spMkLst>
            <pc:docMk/>
            <pc:sldMk cId="2537804742" sldId="262"/>
            <ac:spMk id="14" creationId="{4CFAE294-E011-42F9-B0C7-1F42A068528F}"/>
          </ac:spMkLst>
        </pc:spChg>
        <pc:picChg chg="add mod">
          <ac:chgData name="Lwasampijja Mike" userId="86f4dd50fab1ff77" providerId="LiveId" clId="{F251FA85-E0E5-42D4-8374-9EE0C3AD82E8}" dt="2025-09-23T07:33:41.300" v="1267"/>
          <ac:picMkLst>
            <pc:docMk/>
            <pc:sldMk cId="2537804742" sldId="262"/>
            <ac:picMk id="8" creationId="{94831E71-40F6-4AF8-9A89-962367F0D567}"/>
          </ac:picMkLst>
        </pc:picChg>
        <pc:picChg chg="add mod">
          <ac:chgData name="Lwasampijja Mike" userId="86f4dd50fab1ff77" providerId="LiveId" clId="{F251FA85-E0E5-42D4-8374-9EE0C3AD82E8}" dt="2025-09-23T07:01:16.216" v="1077" actId="14100"/>
          <ac:picMkLst>
            <pc:docMk/>
            <pc:sldMk cId="2537804742" sldId="262"/>
            <ac:picMk id="3073" creationId="{5EF53C5E-CC5E-42AF-A825-5F7D45EBC334}"/>
          </ac:picMkLst>
        </pc:picChg>
        <pc:picChg chg="add mod">
          <ac:chgData name="Lwasampijja Mike" userId="86f4dd50fab1ff77" providerId="LiveId" clId="{F251FA85-E0E5-42D4-8374-9EE0C3AD82E8}" dt="2025-09-23T07:02:18.292" v="1085" actId="14100"/>
          <ac:picMkLst>
            <pc:docMk/>
            <pc:sldMk cId="2537804742" sldId="262"/>
            <ac:picMk id="3076" creationId="{EF1F3BBC-7657-46BA-9467-EACCBE14FCAB}"/>
          </ac:picMkLst>
        </pc:picChg>
      </pc:sldChg>
      <pc:sldChg chg="addSp modSp new del">
        <pc:chgData name="Lwasampijja Mike" userId="86f4dd50fab1ff77" providerId="LiveId" clId="{F251FA85-E0E5-42D4-8374-9EE0C3AD82E8}" dt="2025-09-23T07:06:25.233" v="1101" actId="2696"/>
        <pc:sldMkLst>
          <pc:docMk/>
          <pc:sldMk cId="3532554824" sldId="263"/>
        </pc:sldMkLst>
        <pc:spChg chg="add mod">
          <ac:chgData name="Lwasampijja Mike" userId="86f4dd50fab1ff77" providerId="LiveId" clId="{F251FA85-E0E5-42D4-8374-9EE0C3AD82E8}" dt="2025-09-23T05:41:49.445" v="507" actId="1076"/>
          <ac:spMkLst>
            <pc:docMk/>
            <pc:sldMk cId="3532554824" sldId="263"/>
            <ac:spMk id="2" creationId="{53B2B222-3133-4313-8CD3-EABC8C4938A9}"/>
          </ac:spMkLst>
        </pc:spChg>
        <pc:spChg chg="add mod">
          <ac:chgData name="Lwasampijja Mike" userId="86f4dd50fab1ff77" providerId="LiveId" clId="{F251FA85-E0E5-42D4-8374-9EE0C3AD82E8}" dt="2025-09-23T05:43:01.254" v="512" actId="14100"/>
          <ac:spMkLst>
            <pc:docMk/>
            <pc:sldMk cId="3532554824" sldId="263"/>
            <ac:spMk id="3" creationId="{8ED97FA3-330F-4A0C-AA20-B9A4A39869F1}"/>
          </ac:spMkLst>
        </pc:spChg>
        <pc:picChg chg="add mod">
          <ac:chgData name="Lwasampijja Mike" userId="86f4dd50fab1ff77" providerId="LiveId" clId="{F251FA85-E0E5-42D4-8374-9EE0C3AD82E8}" dt="2025-09-23T07:03:09.574" v="1086" actId="1076"/>
          <ac:picMkLst>
            <pc:docMk/>
            <pc:sldMk cId="3532554824" sldId="263"/>
            <ac:picMk id="4097" creationId="{07511F9F-78FE-46D3-B6A7-CDB0854756A8}"/>
          </ac:picMkLst>
        </pc:picChg>
      </pc:sldChg>
      <pc:sldChg chg="addSp modSp new mod modTransition">
        <pc:chgData name="Lwasampijja Mike" userId="86f4dd50fab1ff77" providerId="LiveId" clId="{F251FA85-E0E5-42D4-8374-9EE0C3AD82E8}" dt="2025-09-23T07:39:34.828" v="1499"/>
        <pc:sldMkLst>
          <pc:docMk/>
          <pc:sldMk cId="471859879" sldId="264"/>
        </pc:sldMkLst>
        <pc:spChg chg="add mod">
          <ac:chgData name="Lwasampijja Mike" userId="86f4dd50fab1ff77" providerId="LiveId" clId="{F251FA85-E0E5-42D4-8374-9EE0C3AD82E8}" dt="2025-09-23T07:34:25.491" v="1271" actId="20577"/>
          <ac:spMkLst>
            <pc:docMk/>
            <pc:sldMk cId="471859879" sldId="264"/>
            <ac:spMk id="2" creationId="{729CBCA8-66BB-4CAF-A3BD-3F67D5471559}"/>
          </ac:spMkLst>
        </pc:spChg>
        <pc:spChg chg="add">
          <ac:chgData name="Lwasampijja Mike" userId="86f4dd50fab1ff77" providerId="LiveId" clId="{F251FA85-E0E5-42D4-8374-9EE0C3AD82E8}" dt="2025-09-23T05:46:11.310" v="518"/>
          <ac:spMkLst>
            <pc:docMk/>
            <pc:sldMk cId="471859879" sldId="264"/>
            <ac:spMk id="3" creationId="{99629745-8793-4052-A7AC-38A15BC1CD46}"/>
          </ac:spMkLst>
        </pc:spChg>
        <pc:spChg chg="add mod">
          <ac:chgData name="Lwasampijja Mike" userId="86f4dd50fab1ff77" providerId="LiveId" clId="{F251FA85-E0E5-42D4-8374-9EE0C3AD82E8}" dt="2025-09-23T05:48:28.721" v="530" actId="14100"/>
          <ac:spMkLst>
            <pc:docMk/>
            <pc:sldMk cId="471859879" sldId="264"/>
            <ac:spMk id="4" creationId="{2327FAD1-4F1B-4E06-ACE7-42B62B79505E}"/>
          </ac:spMkLst>
        </pc:spChg>
        <pc:spChg chg="add mod">
          <ac:chgData name="Lwasampijja Mike" userId="86f4dd50fab1ff77" providerId="LiveId" clId="{F251FA85-E0E5-42D4-8374-9EE0C3AD82E8}" dt="2025-09-23T05:47:50.579" v="526"/>
          <ac:spMkLst>
            <pc:docMk/>
            <pc:sldMk cId="471859879" sldId="264"/>
            <ac:spMk id="5" creationId="{3137AEA5-EEDA-41EA-B9E0-ADFAB4EC47B2}"/>
          </ac:spMkLst>
        </pc:spChg>
        <pc:spChg chg="add mod">
          <ac:chgData name="Lwasampijja Mike" userId="86f4dd50fab1ff77" providerId="LiveId" clId="{F251FA85-E0E5-42D4-8374-9EE0C3AD82E8}" dt="2025-09-23T05:50:06.682" v="543" actId="1076"/>
          <ac:spMkLst>
            <pc:docMk/>
            <pc:sldMk cId="471859879" sldId="264"/>
            <ac:spMk id="6" creationId="{66922798-28ED-4245-9595-26214F281DA1}"/>
          </ac:spMkLst>
        </pc:spChg>
        <pc:spChg chg="add mod">
          <ac:chgData name="Lwasampijja Mike" userId="86f4dd50fab1ff77" providerId="LiveId" clId="{F251FA85-E0E5-42D4-8374-9EE0C3AD82E8}" dt="2025-09-23T05:49:54.172" v="541" actId="14100"/>
          <ac:spMkLst>
            <pc:docMk/>
            <pc:sldMk cId="471859879" sldId="264"/>
            <ac:spMk id="7" creationId="{58FEBCC5-F8A2-46B6-87E0-BC9740E2E678}"/>
          </ac:spMkLst>
        </pc:spChg>
        <pc:spChg chg="add mod">
          <ac:chgData name="Lwasampijja Mike" userId="86f4dd50fab1ff77" providerId="LiveId" clId="{F251FA85-E0E5-42D4-8374-9EE0C3AD82E8}" dt="2025-09-23T07:11:35.860" v="1153" actId="122"/>
          <ac:spMkLst>
            <pc:docMk/>
            <pc:sldMk cId="471859879" sldId="264"/>
            <ac:spMk id="8" creationId="{E5FBDBA3-3FAA-4713-9C37-73B89235480A}"/>
          </ac:spMkLst>
        </pc:spChg>
        <pc:picChg chg="add mod">
          <ac:chgData name="Lwasampijja Mike" userId="86f4dd50fab1ff77" providerId="LiveId" clId="{F251FA85-E0E5-42D4-8374-9EE0C3AD82E8}" dt="2025-09-23T05:47:11.958" v="525" actId="14100"/>
          <ac:picMkLst>
            <pc:docMk/>
            <pc:sldMk cId="471859879" sldId="264"/>
            <ac:picMk id="5121" creationId="{299EC1EE-F781-4D7C-AC48-B7823E3189FE}"/>
          </ac:picMkLst>
        </pc:picChg>
        <pc:picChg chg="add mod">
          <ac:chgData name="Lwasampijja Mike" userId="86f4dd50fab1ff77" providerId="LiveId" clId="{F251FA85-E0E5-42D4-8374-9EE0C3AD82E8}" dt="2025-09-23T05:48:45.924" v="534" actId="14100"/>
          <ac:picMkLst>
            <pc:docMk/>
            <pc:sldMk cId="471859879" sldId="264"/>
            <ac:picMk id="5124" creationId="{C0AA713F-E254-47B6-BB2C-DBE6B2E89F70}"/>
          </ac:picMkLst>
        </pc:picChg>
        <pc:picChg chg="add mod">
          <ac:chgData name="Lwasampijja Mike" userId="86f4dd50fab1ff77" providerId="LiveId" clId="{F251FA85-E0E5-42D4-8374-9EE0C3AD82E8}" dt="2025-09-23T05:56:49.415" v="547" actId="1076"/>
          <ac:picMkLst>
            <pc:docMk/>
            <pc:sldMk cId="471859879" sldId="264"/>
            <ac:picMk id="5127" creationId="{558877A8-BEB2-4D71-8377-D449875BF962}"/>
          </ac:picMkLst>
        </pc:picChg>
      </pc:sldChg>
      <pc:sldChg chg="addSp modSp new mod modTransition">
        <pc:chgData name="Lwasampijja Mike" userId="86f4dd50fab1ff77" providerId="LiveId" clId="{F251FA85-E0E5-42D4-8374-9EE0C3AD82E8}" dt="2025-09-23T07:39:34.828" v="1499"/>
        <pc:sldMkLst>
          <pc:docMk/>
          <pc:sldMk cId="1422848513" sldId="265"/>
        </pc:sldMkLst>
        <pc:spChg chg="add mod">
          <ac:chgData name="Lwasampijja Mike" userId="86f4dd50fab1ff77" providerId="LiveId" clId="{F251FA85-E0E5-42D4-8374-9EE0C3AD82E8}" dt="2025-09-23T06:02:24.367" v="565" actId="14100"/>
          <ac:spMkLst>
            <pc:docMk/>
            <pc:sldMk cId="1422848513" sldId="265"/>
            <ac:spMk id="2" creationId="{577A4F96-0E55-48AE-8864-9D9C227B8703}"/>
          </ac:spMkLst>
        </pc:spChg>
        <pc:spChg chg="add">
          <ac:chgData name="Lwasampijja Mike" userId="86f4dd50fab1ff77" providerId="LiveId" clId="{F251FA85-E0E5-42D4-8374-9EE0C3AD82E8}" dt="2025-09-23T05:58:24.364" v="549"/>
          <ac:spMkLst>
            <pc:docMk/>
            <pc:sldMk cId="1422848513" sldId="265"/>
            <ac:spMk id="3" creationId="{EA3B233C-5F65-430C-8548-DD12B1ED8C9A}"/>
          </ac:spMkLst>
        </pc:spChg>
        <pc:spChg chg="add mod">
          <ac:chgData name="Lwasampijja Mike" userId="86f4dd50fab1ff77" providerId="LiveId" clId="{F251FA85-E0E5-42D4-8374-9EE0C3AD82E8}" dt="2025-09-23T06:02:10.165" v="564" actId="688"/>
          <ac:spMkLst>
            <pc:docMk/>
            <pc:sldMk cId="1422848513" sldId="265"/>
            <ac:spMk id="4" creationId="{D5A57CD0-3FE8-485F-94E9-2782D55A17D4}"/>
          </ac:spMkLst>
        </pc:spChg>
        <pc:spChg chg="add mod">
          <ac:chgData name="Lwasampijja Mike" userId="86f4dd50fab1ff77" providerId="LiveId" clId="{F251FA85-E0E5-42D4-8374-9EE0C3AD82E8}" dt="2025-09-23T06:01:19.181" v="560"/>
          <ac:spMkLst>
            <pc:docMk/>
            <pc:sldMk cId="1422848513" sldId="265"/>
            <ac:spMk id="5" creationId="{027260EF-F60C-4B7D-8900-2352E7F64683}"/>
          </ac:spMkLst>
        </pc:spChg>
        <pc:spChg chg="add mod">
          <ac:chgData name="Lwasampijja Mike" userId="86f4dd50fab1ff77" providerId="LiveId" clId="{F251FA85-E0E5-42D4-8374-9EE0C3AD82E8}" dt="2025-09-23T07:12:45.013" v="1176" actId="122"/>
          <ac:spMkLst>
            <pc:docMk/>
            <pc:sldMk cId="1422848513" sldId="265"/>
            <ac:spMk id="6" creationId="{AF998DD9-FACE-47E6-815D-FB0E6E338F10}"/>
          </ac:spMkLst>
        </pc:spChg>
        <pc:picChg chg="add mod">
          <ac:chgData name="Lwasampijja Mike" userId="86f4dd50fab1ff77" providerId="LiveId" clId="{F251FA85-E0E5-42D4-8374-9EE0C3AD82E8}" dt="2025-09-23T06:02:45.404" v="568" actId="14100"/>
          <ac:picMkLst>
            <pc:docMk/>
            <pc:sldMk cId="1422848513" sldId="265"/>
            <ac:picMk id="6145" creationId="{45C246F3-E4BE-480A-956D-3833A3236BDA}"/>
          </ac:picMkLst>
        </pc:picChg>
        <pc:picChg chg="add mod">
          <ac:chgData name="Lwasampijja Mike" userId="86f4dd50fab1ff77" providerId="LiveId" clId="{F251FA85-E0E5-42D4-8374-9EE0C3AD82E8}" dt="2025-09-23T06:02:33.957" v="567" actId="14100"/>
          <ac:picMkLst>
            <pc:docMk/>
            <pc:sldMk cId="1422848513" sldId="265"/>
            <ac:picMk id="6148" creationId="{31875F77-6990-42CF-8AB1-FB7E0B844134}"/>
          </ac:picMkLst>
        </pc:picChg>
      </pc:sldChg>
      <pc:sldChg chg="addSp modSp new mod modTransition">
        <pc:chgData name="Lwasampijja Mike" userId="86f4dd50fab1ff77" providerId="LiveId" clId="{F251FA85-E0E5-42D4-8374-9EE0C3AD82E8}" dt="2025-09-23T07:39:34.828" v="1499"/>
        <pc:sldMkLst>
          <pc:docMk/>
          <pc:sldMk cId="1089376257" sldId="266"/>
        </pc:sldMkLst>
        <pc:spChg chg="add mod">
          <ac:chgData name="Lwasampijja Mike" userId="86f4dd50fab1ff77" providerId="LiveId" clId="{F251FA85-E0E5-42D4-8374-9EE0C3AD82E8}" dt="2025-09-23T06:12:48.035" v="585" actId="1076"/>
          <ac:spMkLst>
            <pc:docMk/>
            <pc:sldMk cId="1089376257" sldId="266"/>
            <ac:spMk id="2" creationId="{5B67BDA0-18DD-4AD6-B3C7-8A3B4E75C90A}"/>
          </ac:spMkLst>
        </pc:spChg>
        <pc:spChg chg="add">
          <ac:chgData name="Lwasampijja Mike" userId="86f4dd50fab1ff77" providerId="LiveId" clId="{F251FA85-E0E5-42D4-8374-9EE0C3AD82E8}" dt="2025-09-23T06:12:17.888" v="581"/>
          <ac:spMkLst>
            <pc:docMk/>
            <pc:sldMk cId="1089376257" sldId="266"/>
            <ac:spMk id="3" creationId="{D17407F3-F1F5-40CD-903C-D3A4F651F2D7}"/>
          </ac:spMkLst>
        </pc:spChg>
        <pc:spChg chg="add mod">
          <ac:chgData name="Lwasampijja Mike" userId="86f4dd50fab1ff77" providerId="LiveId" clId="{F251FA85-E0E5-42D4-8374-9EE0C3AD82E8}" dt="2025-09-23T07:23:34.782" v="1253" actId="14100"/>
          <ac:spMkLst>
            <pc:docMk/>
            <pc:sldMk cId="1089376257" sldId="266"/>
            <ac:spMk id="4" creationId="{666940DF-BE3E-4D53-8279-B38DA1DD381E}"/>
          </ac:spMkLst>
        </pc:spChg>
        <pc:spChg chg="add mod">
          <ac:chgData name="Lwasampijja Mike" userId="86f4dd50fab1ff77" providerId="LiveId" clId="{F251FA85-E0E5-42D4-8374-9EE0C3AD82E8}" dt="2025-09-23T06:17:49.500" v="614" actId="1076"/>
          <ac:spMkLst>
            <pc:docMk/>
            <pc:sldMk cId="1089376257" sldId="266"/>
            <ac:spMk id="5" creationId="{B853AB6B-1F91-4F01-8E63-B6DC3A21191B}"/>
          </ac:spMkLst>
        </pc:spChg>
        <pc:spChg chg="add mod">
          <ac:chgData name="Lwasampijja Mike" userId="86f4dd50fab1ff77" providerId="LiveId" clId="{F251FA85-E0E5-42D4-8374-9EE0C3AD82E8}" dt="2025-09-23T06:15:55.661" v="605"/>
          <ac:spMkLst>
            <pc:docMk/>
            <pc:sldMk cId="1089376257" sldId="266"/>
            <ac:spMk id="6" creationId="{C1D0A6A0-A72D-4DA6-ABFA-39275F765003}"/>
          </ac:spMkLst>
        </pc:spChg>
        <pc:spChg chg="add mod">
          <ac:chgData name="Lwasampijja Mike" userId="86f4dd50fab1ff77" providerId="LiveId" clId="{F251FA85-E0E5-42D4-8374-9EE0C3AD82E8}" dt="2025-09-23T06:19:37.151" v="622" actId="688"/>
          <ac:spMkLst>
            <pc:docMk/>
            <pc:sldMk cId="1089376257" sldId="266"/>
            <ac:spMk id="7" creationId="{F9C2A36F-79FC-4E17-B7E2-DA0169E16A8B}"/>
          </ac:spMkLst>
        </pc:spChg>
        <pc:spChg chg="add mod">
          <ac:chgData name="Lwasampijja Mike" userId="86f4dd50fab1ff77" providerId="LiveId" clId="{F251FA85-E0E5-42D4-8374-9EE0C3AD82E8}" dt="2025-09-23T06:18:42.467" v="616"/>
          <ac:spMkLst>
            <pc:docMk/>
            <pc:sldMk cId="1089376257" sldId="266"/>
            <ac:spMk id="8" creationId="{C44A92E5-7493-4CBE-BFAB-66D60A506CB7}"/>
          </ac:spMkLst>
        </pc:spChg>
        <pc:picChg chg="add mod">
          <ac:chgData name="Lwasampijja Mike" userId="86f4dd50fab1ff77" providerId="LiveId" clId="{F251FA85-E0E5-42D4-8374-9EE0C3AD82E8}" dt="2025-09-23T06:13:35.503" v="590" actId="14100"/>
          <ac:picMkLst>
            <pc:docMk/>
            <pc:sldMk cId="1089376257" sldId="266"/>
            <ac:picMk id="7169" creationId="{E3DFC135-8196-43BB-AEA4-0A8AB39D55A6}"/>
          </ac:picMkLst>
        </pc:picChg>
        <pc:picChg chg="add mod">
          <ac:chgData name="Lwasampijja Mike" userId="86f4dd50fab1ff77" providerId="LiveId" clId="{F251FA85-E0E5-42D4-8374-9EE0C3AD82E8}" dt="2025-09-23T06:17:55.344" v="615" actId="1076"/>
          <ac:picMkLst>
            <pc:docMk/>
            <pc:sldMk cId="1089376257" sldId="266"/>
            <ac:picMk id="7172" creationId="{5482DBF5-C6C8-43CE-9956-E7839DB97363}"/>
          </ac:picMkLst>
        </pc:picChg>
        <pc:picChg chg="add mod">
          <ac:chgData name="Lwasampijja Mike" userId="86f4dd50fab1ff77" providerId="LiveId" clId="{F251FA85-E0E5-42D4-8374-9EE0C3AD82E8}" dt="2025-09-23T06:19:07.486" v="619" actId="14100"/>
          <ac:picMkLst>
            <pc:docMk/>
            <pc:sldMk cId="1089376257" sldId="266"/>
            <ac:picMk id="7175" creationId="{0978D869-AD77-4A7A-84D0-5C520A504DD0}"/>
          </ac:picMkLst>
        </pc:picChg>
      </pc:sldChg>
      <pc:sldChg chg="addSp modSp new del mod">
        <pc:chgData name="Lwasampijja Mike" userId="86f4dd50fab1ff77" providerId="LiveId" clId="{F251FA85-E0E5-42D4-8374-9EE0C3AD82E8}" dt="2025-09-23T06:09:43.555" v="579" actId="2696"/>
        <pc:sldMkLst>
          <pc:docMk/>
          <pc:sldMk cId="1641047813" sldId="266"/>
        </pc:sldMkLst>
        <pc:spChg chg="add mod">
          <ac:chgData name="Lwasampijja Mike" userId="86f4dd50fab1ff77" providerId="LiveId" clId="{F251FA85-E0E5-42D4-8374-9EE0C3AD82E8}" dt="2025-09-23T06:09:27.555" v="578" actId="14100"/>
          <ac:spMkLst>
            <pc:docMk/>
            <pc:sldMk cId="1641047813" sldId="266"/>
            <ac:spMk id="3" creationId="{600D1944-03AF-45FC-8A80-1EB24177709A}"/>
          </ac:spMkLst>
        </pc:spChg>
      </pc:sldChg>
      <pc:sldChg chg="addSp delSp modSp new mod modTransition">
        <pc:chgData name="Lwasampijja Mike" userId="86f4dd50fab1ff77" providerId="LiveId" clId="{F251FA85-E0E5-42D4-8374-9EE0C3AD82E8}" dt="2025-09-23T07:39:34.828" v="1499"/>
        <pc:sldMkLst>
          <pc:docMk/>
          <pc:sldMk cId="1321911415" sldId="267"/>
        </pc:sldMkLst>
        <pc:spChg chg="add mod">
          <ac:chgData name="Lwasampijja Mike" userId="86f4dd50fab1ff77" providerId="LiveId" clId="{F251FA85-E0E5-42D4-8374-9EE0C3AD82E8}" dt="2025-09-23T06:22:18.930" v="628" actId="1076"/>
          <ac:spMkLst>
            <pc:docMk/>
            <pc:sldMk cId="1321911415" sldId="267"/>
            <ac:spMk id="2" creationId="{7CFC04FD-25AC-46C5-9660-F135944802D8}"/>
          </ac:spMkLst>
        </pc:spChg>
        <pc:spChg chg="add">
          <ac:chgData name="Lwasampijja Mike" userId="86f4dd50fab1ff77" providerId="LiveId" clId="{F251FA85-E0E5-42D4-8374-9EE0C3AD82E8}" dt="2025-09-23T06:21:24.838" v="624"/>
          <ac:spMkLst>
            <pc:docMk/>
            <pc:sldMk cId="1321911415" sldId="267"/>
            <ac:spMk id="3" creationId="{98EA49F8-D6C8-45DF-83E3-0F17EB36FB0C}"/>
          </ac:spMkLst>
        </pc:spChg>
        <pc:spChg chg="add mod">
          <ac:chgData name="Lwasampijja Mike" userId="86f4dd50fab1ff77" providerId="LiveId" clId="{F251FA85-E0E5-42D4-8374-9EE0C3AD82E8}" dt="2025-09-23T06:24:52.044" v="639" actId="1076"/>
          <ac:spMkLst>
            <pc:docMk/>
            <pc:sldMk cId="1321911415" sldId="267"/>
            <ac:spMk id="4" creationId="{37E4B50B-B836-4537-B2A9-992C622FA230}"/>
          </ac:spMkLst>
        </pc:spChg>
        <pc:spChg chg="add mod">
          <ac:chgData name="Lwasampijja Mike" userId="86f4dd50fab1ff77" providerId="LiveId" clId="{F251FA85-E0E5-42D4-8374-9EE0C3AD82E8}" dt="2025-09-23T06:24:01.903" v="634"/>
          <ac:spMkLst>
            <pc:docMk/>
            <pc:sldMk cId="1321911415" sldId="267"/>
            <ac:spMk id="5" creationId="{5609D931-143F-4054-ABCD-15A8B7D506DD}"/>
          </ac:spMkLst>
        </pc:spChg>
        <pc:spChg chg="add mod">
          <ac:chgData name="Lwasampijja Mike" userId="86f4dd50fab1ff77" providerId="LiveId" clId="{F251FA85-E0E5-42D4-8374-9EE0C3AD82E8}" dt="2025-09-23T06:28:19.549" v="656" actId="1076"/>
          <ac:spMkLst>
            <pc:docMk/>
            <pc:sldMk cId="1321911415" sldId="267"/>
            <ac:spMk id="6" creationId="{8B61F058-4C94-42F1-B3DA-B3A2963FA1AE}"/>
          </ac:spMkLst>
        </pc:spChg>
        <pc:spChg chg="add del mod">
          <ac:chgData name="Lwasampijja Mike" userId="86f4dd50fab1ff77" providerId="LiveId" clId="{F251FA85-E0E5-42D4-8374-9EE0C3AD82E8}" dt="2025-09-23T06:28:59.091" v="661"/>
          <ac:spMkLst>
            <pc:docMk/>
            <pc:sldMk cId="1321911415" sldId="267"/>
            <ac:spMk id="7" creationId="{9C36411F-A455-49B0-A16F-40AC5F181C6E}"/>
          </ac:spMkLst>
        </pc:spChg>
        <pc:spChg chg="add mod">
          <ac:chgData name="Lwasampijja Mike" userId="86f4dd50fab1ff77" providerId="LiveId" clId="{F251FA85-E0E5-42D4-8374-9EE0C3AD82E8}" dt="2025-09-23T06:31:42.101" v="674" actId="14100"/>
          <ac:spMkLst>
            <pc:docMk/>
            <pc:sldMk cId="1321911415" sldId="267"/>
            <ac:spMk id="8" creationId="{6FF808C4-CA84-46F6-AAB8-1BBFB932D618}"/>
          </ac:spMkLst>
        </pc:spChg>
        <pc:spChg chg="add mod">
          <ac:chgData name="Lwasampijja Mike" userId="86f4dd50fab1ff77" providerId="LiveId" clId="{F251FA85-E0E5-42D4-8374-9EE0C3AD82E8}" dt="2025-09-23T06:30:37.842" v="666"/>
          <ac:spMkLst>
            <pc:docMk/>
            <pc:sldMk cId="1321911415" sldId="267"/>
            <ac:spMk id="9" creationId="{149B4870-420C-4302-8001-C392A6802AEB}"/>
          </ac:spMkLst>
        </pc:spChg>
        <pc:spChg chg="add mod">
          <ac:chgData name="Lwasampijja Mike" userId="86f4dd50fab1ff77" providerId="LiveId" clId="{F251FA85-E0E5-42D4-8374-9EE0C3AD82E8}" dt="2025-09-23T06:29:27.445" v="664" actId="14100"/>
          <ac:spMkLst>
            <pc:docMk/>
            <pc:sldMk cId="1321911415" sldId="267"/>
            <ac:spMk id="10" creationId="{C0FFB042-AF56-4A07-8647-CA589C4C7875}"/>
          </ac:spMkLst>
        </pc:spChg>
        <pc:spChg chg="add mod">
          <ac:chgData name="Lwasampijja Mike" userId="86f4dd50fab1ff77" providerId="LiveId" clId="{F251FA85-E0E5-42D4-8374-9EE0C3AD82E8}" dt="2025-09-23T06:48:09.414" v="879" actId="113"/>
          <ac:spMkLst>
            <pc:docMk/>
            <pc:sldMk cId="1321911415" sldId="267"/>
            <ac:spMk id="12" creationId="{C65579B8-C193-4B19-9F1B-265A7782313A}"/>
          </ac:spMkLst>
        </pc:spChg>
        <pc:picChg chg="add mod">
          <ac:chgData name="Lwasampijja Mike" userId="86f4dd50fab1ff77" providerId="LiveId" clId="{F251FA85-E0E5-42D4-8374-9EE0C3AD82E8}" dt="2025-09-23T06:29:38.062" v="665" actId="14100"/>
          <ac:picMkLst>
            <pc:docMk/>
            <pc:sldMk cId="1321911415" sldId="267"/>
            <ac:picMk id="11" creationId="{1C866FEB-7616-44ED-8272-B27C3CB63D1F}"/>
          </ac:picMkLst>
        </pc:picChg>
        <pc:picChg chg="add mod">
          <ac:chgData name="Lwasampijja Mike" userId="86f4dd50fab1ff77" providerId="LiveId" clId="{F251FA85-E0E5-42D4-8374-9EE0C3AD82E8}" dt="2025-09-23T06:23:00.382" v="633" actId="14100"/>
          <ac:picMkLst>
            <pc:docMk/>
            <pc:sldMk cId="1321911415" sldId="267"/>
            <ac:picMk id="8193" creationId="{39A2DEEE-D3C0-4731-B407-0E7CF9FD69E5}"/>
          </ac:picMkLst>
        </pc:picChg>
        <pc:picChg chg="add mod">
          <ac:chgData name="Lwasampijja Mike" userId="86f4dd50fab1ff77" providerId="LiveId" clId="{F251FA85-E0E5-42D4-8374-9EE0C3AD82E8}" dt="2025-09-23T06:25:05.131" v="642" actId="14100"/>
          <ac:picMkLst>
            <pc:docMk/>
            <pc:sldMk cId="1321911415" sldId="267"/>
            <ac:picMk id="8196" creationId="{4AC28B67-FED0-4D1C-8337-5178724449A1}"/>
          </ac:picMkLst>
        </pc:picChg>
        <pc:picChg chg="add del mod">
          <ac:chgData name="Lwasampijja Mike" userId="86f4dd50fab1ff77" providerId="LiveId" clId="{F251FA85-E0E5-42D4-8374-9EE0C3AD82E8}" dt="2025-09-23T06:29:19.274" v="663" actId="21"/>
          <ac:picMkLst>
            <pc:docMk/>
            <pc:sldMk cId="1321911415" sldId="267"/>
            <ac:picMk id="8199" creationId="{192B88D8-18B3-4AEE-9CC7-269E6780963A}"/>
          </ac:picMkLst>
        </pc:picChg>
        <pc:picChg chg="add del mod">
          <ac:chgData name="Lwasampijja Mike" userId="86f4dd50fab1ff77" providerId="LiveId" clId="{F251FA85-E0E5-42D4-8374-9EE0C3AD82E8}" dt="2025-09-23T06:28:59.091" v="661"/>
          <ac:picMkLst>
            <pc:docMk/>
            <pc:sldMk cId="1321911415" sldId="267"/>
            <ac:picMk id="8201" creationId="{9A6FE3BB-64C5-4ED2-8233-449147734C68}"/>
          </ac:picMkLst>
        </pc:picChg>
        <pc:picChg chg="add mod">
          <ac:chgData name="Lwasampijja Mike" userId="86f4dd50fab1ff77" providerId="LiveId" clId="{F251FA85-E0E5-42D4-8374-9EE0C3AD82E8}" dt="2025-09-23T06:31:16.448" v="670" actId="14100"/>
          <ac:picMkLst>
            <pc:docMk/>
            <pc:sldMk cId="1321911415" sldId="267"/>
            <ac:picMk id="8203" creationId="{1043D1BF-AF25-4C79-9A0F-1EF20033BB17}"/>
          </ac:picMkLst>
        </pc:picChg>
      </pc:sldChg>
      <pc:sldChg chg="addSp modSp new mod modTransition">
        <pc:chgData name="Lwasampijja Mike" userId="86f4dd50fab1ff77" providerId="LiveId" clId="{F251FA85-E0E5-42D4-8374-9EE0C3AD82E8}" dt="2025-09-23T07:39:34.828" v="1499"/>
        <pc:sldMkLst>
          <pc:docMk/>
          <pc:sldMk cId="2175209563" sldId="268"/>
        </pc:sldMkLst>
        <pc:spChg chg="add mod">
          <ac:chgData name="Lwasampijja Mike" userId="86f4dd50fab1ff77" providerId="LiveId" clId="{F251FA85-E0E5-42D4-8374-9EE0C3AD82E8}" dt="2025-09-23T06:33:50.198" v="680" actId="1076"/>
          <ac:spMkLst>
            <pc:docMk/>
            <pc:sldMk cId="2175209563" sldId="268"/>
            <ac:spMk id="2" creationId="{9E45CF9D-5DBB-461F-8709-FD932BB54F4F}"/>
          </ac:spMkLst>
        </pc:spChg>
        <pc:spChg chg="add">
          <ac:chgData name="Lwasampijja Mike" userId="86f4dd50fab1ff77" providerId="LiveId" clId="{F251FA85-E0E5-42D4-8374-9EE0C3AD82E8}" dt="2025-09-23T06:33:29.092" v="676"/>
          <ac:spMkLst>
            <pc:docMk/>
            <pc:sldMk cId="2175209563" sldId="268"/>
            <ac:spMk id="3" creationId="{D8F46918-E466-47A0-81D1-B77087C00F59}"/>
          </ac:spMkLst>
        </pc:spChg>
        <pc:spChg chg="add mod">
          <ac:chgData name="Lwasampijja Mike" userId="86f4dd50fab1ff77" providerId="LiveId" clId="{F251FA85-E0E5-42D4-8374-9EE0C3AD82E8}" dt="2025-09-23T06:35:49.033" v="695" actId="1076"/>
          <ac:spMkLst>
            <pc:docMk/>
            <pc:sldMk cId="2175209563" sldId="268"/>
            <ac:spMk id="4" creationId="{270DE037-9E04-4F77-837B-E85866B7C9DD}"/>
          </ac:spMkLst>
        </pc:spChg>
        <pc:spChg chg="add mod">
          <ac:chgData name="Lwasampijja Mike" userId="86f4dd50fab1ff77" providerId="LiveId" clId="{F251FA85-E0E5-42D4-8374-9EE0C3AD82E8}" dt="2025-09-23T06:34:55.370" v="687"/>
          <ac:spMkLst>
            <pc:docMk/>
            <pc:sldMk cId="2175209563" sldId="268"/>
            <ac:spMk id="5" creationId="{1CC40E10-1219-4946-96F3-906951043541}"/>
          </ac:spMkLst>
        </pc:spChg>
        <pc:spChg chg="add mod">
          <ac:chgData name="Lwasampijja Mike" userId="86f4dd50fab1ff77" providerId="LiveId" clId="{F251FA85-E0E5-42D4-8374-9EE0C3AD82E8}" dt="2025-09-23T06:37:27.367" v="702" actId="688"/>
          <ac:spMkLst>
            <pc:docMk/>
            <pc:sldMk cId="2175209563" sldId="268"/>
            <ac:spMk id="6" creationId="{E3ACF50F-2B7B-4C30-A38A-260E5F0FDC1F}"/>
          </ac:spMkLst>
        </pc:spChg>
        <pc:spChg chg="add mod">
          <ac:chgData name="Lwasampijja Mike" userId="86f4dd50fab1ff77" providerId="LiveId" clId="{F251FA85-E0E5-42D4-8374-9EE0C3AD82E8}" dt="2025-09-23T06:37:00.530" v="698"/>
          <ac:spMkLst>
            <pc:docMk/>
            <pc:sldMk cId="2175209563" sldId="268"/>
            <ac:spMk id="7" creationId="{AF4F6C30-B0BD-446F-A6DC-EAB063A38F58}"/>
          </ac:spMkLst>
        </pc:spChg>
        <pc:spChg chg="add mod">
          <ac:chgData name="Lwasampijja Mike" userId="86f4dd50fab1ff77" providerId="LiveId" clId="{F251FA85-E0E5-42D4-8374-9EE0C3AD82E8}" dt="2025-09-23T06:49:28.444" v="900" actId="122"/>
          <ac:spMkLst>
            <pc:docMk/>
            <pc:sldMk cId="2175209563" sldId="268"/>
            <ac:spMk id="8" creationId="{4856CC6E-1E33-4B7F-8F4A-84143B405BE1}"/>
          </ac:spMkLst>
        </pc:spChg>
        <pc:picChg chg="add mod">
          <ac:chgData name="Lwasampijja Mike" userId="86f4dd50fab1ff77" providerId="LiveId" clId="{F251FA85-E0E5-42D4-8374-9EE0C3AD82E8}" dt="2025-09-23T06:34:14.780" v="686" actId="1076"/>
          <ac:picMkLst>
            <pc:docMk/>
            <pc:sldMk cId="2175209563" sldId="268"/>
            <ac:picMk id="9217" creationId="{A40B5B09-627C-42C1-A291-5EAD76045314}"/>
          </ac:picMkLst>
        </pc:picChg>
        <pc:picChg chg="add mod">
          <ac:chgData name="Lwasampijja Mike" userId="86f4dd50fab1ff77" providerId="LiveId" clId="{F251FA85-E0E5-42D4-8374-9EE0C3AD82E8}" dt="2025-09-23T06:35:58.490" v="697" actId="14100"/>
          <ac:picMkLst>
            <pc:docMk/>
            <pc:sldMk cId="2175209563" sldId="268"/>
            <ac:picMk id="9220" creationId="{BBB3560E-2B0B-4028-98E5-ED177A8115B6}"/>
          </ac:picMkLst>
        </pc:picChg>
        <pc:picChg chg="add mod">
          <ac:chgData name="Lwasampijja Mike" userId="86f4dd50fab1ff77" providerId="LiveId" clId="{F251FA85-E0E5-42D4-8374-9EE0C3AD82E8}" dt="2025-09-23T06:37:38.051" v="704" actId="14100"/>
          <ac:picMkLst>
            <pc:docMk/>
            <pc:sldMk cId="2175209563" sldId="268"/>
            <ac:picMk id="9223" creationId="{72CAE201-92B7-4D7C-81EE-79E342D15E2B}"/>
          </ac:picMkLst>
        </pc:picChg>
      </pc:sldChg>
      <pc:sldChg chg="addSp modSp new mod modTransition">
        <pc:chgData name="Lwasampijja Mike" userId="86f4dd50fab1ff77" providerId="LiveId" clId="{F251FA85-E0E5-42D4-8374-9EE0C3AD82E8}" dt="2025-09-23T07:39:34.828" v="1499"/>
        <pc:sldMkLst>
          <pc:docMk/>
          <pc:sldMk cId="4277428222" sldId="269"/>
        </pc:sldMkLst>
        <pc:spChg chg="add mod">
          <ac:chgData name="Lwasampijja Mike" userId="86f4dd50fab1ff77" providerId="LiveId" clId="{F251FA85-E0E5-42D4-8374-9EE0C3AD82E8}" dt="2025-09-23T06:46:35.031" v="850" actId="113"/>
          <ac:spMkLst>
            <pc:docMk/>
            <pc:sldMk cId="4277428222" sldId="269"/>
            <ac:spMk id="2" creationId="{4AA3799F-BA4C-4C44-B91F-476EFDC79D82}"/>
          </ac:spMkLst>
        </pc:spChg>
      </pc:sldChg>
      <pc:sldChg chg="addSp modSp new mod modTransition">
        <pc:chgData name="Lwasampijja Mike" userId="86f4dd50fab1ff77" providerId="LiveId" clId="{F251FA85-E0E5-42D4-8374-9EE0C3AD82E8}" dt="2025-09-23T07:39:34.828" v="1499"/>
        <pc:sldMkLst>
          <pc:docMk/>
          <pc:sldMk cId="14761928" sldId="270"/>
        </pc:sldMkLst>
        <pc:spChg chg="add mod">
          <ac:chgData name="Lwasampijja Mike" userId="86f4dd50fab1ff77" providerId="LiveId" clId="{F251FA85-E0E5-42D4-8374-9EE0C3AD82E8}" dt="2025-09-23T07:22:54.566" v="1238" actId="20577"/>
          <ac:spMkLst>
            <pc:docMk/>
            <pc:sldMk cId="14761928" sldId="270"/>
            <ac:spMk id="2" creationId="{7F833177-F767-4549-B89F-D1B09FE127FA}"/>
          </ac:spMkLst>
        </pc:spChg>
      </pc:sldChg>
      <pc:sldMasterChg chg="addSldLayout delSldLayout">
        <pc:chgData name="Lwasampijja Mike" userId="86f4dd50fab1ff77" providerId="LiveId" clId="{F251FA85-E0E5-42D4-8374-9EE0C3AD82E8}" dt="2025-09-23T05:24:27.144" v="421" actId="2696"/>
        <pc:sldMasterMkLst>
          <pc:docMk/>
          <pc:sldMasterMk cId="4047646868" sldId="2147483648"/>
        </pc:sldMasterMkLst>
        <pc:sldLayoutChg chg="add">
          <pc:chgData name="Lwasampijja Mike" userId="86f4dd50fab1ff77" providerId="LiveId" clId="{F251FA85-E0E5-42D4-8374-9EE0C3AD82E8}" dt="2025-09-23T04:44:23" v="0" actId="680"/>
          <pc:sldLayoutMkLst>
            <pc:docMk/>
            <pc:sldMasterMk cId="4047646868" sldId="2147483648"/>
            <pc:sldLayoutMk cId="3164091017" sldId="2147483649"/>
          </pc:sldLayoutMkLst>
        </pc:sldLayoutChg>
        <pc:sldLayoutChg chg="add del">
          <pc:chgData name="Lwasampijja Mike" userId="86f4dd50fab1ff77" providerId="LiveId" clId="{F251FA85-E0E5-42D4-8374-9EE0C3AD82E8}" dt="2025-09-23T05:24:27.144" v="421" actId="2696"/>
          <pc:sldLayoutMkLst>
            <pc:docMk/>
            <pc:sldMasterMk cId="4047646868" sldId="2147483648"/>
            <pc:sldLayoutMk cId="1666123367" sldId="2147483650"/>
          </pc:sldLayoutMkLst>
        </pc:sldLayoutChg>
        <pc:sldLayoutChg chg="del">
          <pc:chgData name="Lwasampijja Mike" userId="86f4dd50fab1ff77" providerId="LiveId" clId="{F251FA85-E0E5-42D4-8374-9EE0C3AD82E8}" dt="2025-09-23T04:58:46.836" v="186" actId="2696"/>
          <pc:sldLayoutMkLst>
            <pc:docMk/>
            <pc:sldMasterMk cId="4047646868" sldId="2147483648"/>
            <pc:sldLayoutMk cId="316113406" sldId="2147483651"/>
          </pc:sldLayoutMkLst>
        </pc:sldLayoutChg>
        <pc:sldLayoutChg chg="add del">
          <pc:chgData name="Lwasampijja Mike" userId="86f4dd50fab1ff77" providerId="LiveId" clId="{F251FA85-E0E5-42D4-8374-9EE0C3AD82E8}" dt="2025-09-23T05:24:27.144" v="421" actId="2696"/>
          <pc:sldLayoutMkLst>
            <pc:docMk/>
            <pc:sldMasterMk cId="4047646868" sldId="2147483648"/>
            <pc:sldLayoutMk cId="3567525681" sldId="2147483651"/>
          </pc:sldLayoutMkLst>
        </pc:sldLayoutChg>
      </pc:sldMasterChg>
      <pc:sldMasterChg chg="modSldLayout">
        <pc:chgData name="Lwasampijja Mike" userId="86f4dd50fab1ff77" providerId="LiveId" clId="{F251FA85-E0E5-42D4-8374-9EE0C3AD82E8}" dt="2025-09-23T07:26:05.959" v="1254"/>
        <pc:sldMasterMkLst>
          <pc:docMk/>
          <pc:sldMasterMk cId="3860314146" sldId="2147483652"/>
        </pc:sldMasterMkLst>
        <pc:sldLayoutChg chg="modTransition">
          <pc:chgData name="Lwasampijja Mike" userId="86f4dd50fab1ff77" providerId="LiveId" clId="{F251FA85-E0E5-42D4-8374-9EE0C3AD82E8}" dt="2025-09-23T07:26:05.959" v="1254"/>
          <pc:sldLayoutMkLst>
            <pc:docMk/>
            <pc:sldMasterMk cId="3860314146" sldId="2147483652"/>
            <pc:sldLayoutMk cId="351160748" sldId="2147483659"/>
          </pc:sldLayoutMkLst>
        </pc:sldLayoutChg>
      </pc:sldMasterChg>
      <pc:sldMasterChg chg="modSldLayout">
        <pc:chgData name="Lwasampijja Mike" userId="86f4dd50fab1ff77" providerId="LiveId" clId="{F251FA85-E0E5-42D4-8374-9EE0C3AD82E8}" dt="2025-09-23T07:27:17.764" v="1255"/>
        <pc:sldMasterMkLst>
          <pc:docMk/>
          <pc:sldMasterMk cId="1355327622" sldId="2147483670"/>
        </pc:sldMasterMkLst>
        <pc:sldLayoutChg chg="modTransition">
          <pc:chgData name="Lwasampijja Mike" userId="86f4dd50fab1ff77" providerId="LiveId" clId="{F251FA85-E0E5-42D4-8374-9EE0C3AD82E8}" dt="2025-09-23T07:27:17.764" v="1255"/>
          <pc:sldLayoutMkLst>
            <pc:docMk/>
            <pc:sldMasterMk cId="1355327622" sldId="2147483670"/>
            <pc:sldLayoutMk cId="3484630154" sldId="2147483677"/>
          </pc:sldLayoutMkLst>
        </pc:sldLayoutChg>
      </pc:sldMasterChg>
      <pc:sldMasterChg chg="modTransition modAnim modSldLayout">
        <pc:chgData name="Lwasampijja Mike" userId="86f4dd50fab1ff77" providerId="LiveId" clId="{F251FA85-E0E5-42D4-8374-9EE0C3AD82E8}" dt="2025-09-23T07:39:53.846" v="1500"/>
        <pc:sldMasterMkLst>
          <pc:docMk/>
          <pc:sldMasterMk cId="321132797" sldId="2147483682"/>
        </pc:sldMasterMkLst>
        <pc:sldLayoutChg chg="modTransition">
          <pc:chgData name="Lwasampijja Mike" userId="86f4dd50fab1ff77" providerId="LiveId" clId="{F251FA85-E0E5-42D4-8374-9EE0C3AD82E8}" dt="2025-09-23T07:39:34.828" v="1499"/>
          <pc:sldLayoutMkLst>
            <pc:docMk/>
            <pc:sldMasterMk cId="321132797" sldId="2147483682"/>
            <pc:sldLayoutMk cId="2441083953" sldId="2147483683"/>
          </pc:sldLayoutMkLst>
        </pc:sldLayoutChg>
        <pc:sldLayoutChg chg="modTransition">
          <pc:chgData name="Lwasampijja Mike" userId="86f4dd50fab1ff77" providerId="LiveId" clId="{F251FA85-E0E5-42D4-8374-9EE0C3AD82E8}" dt="2025-09-23T07:39:34.828" v="1499"/>
          <pc:sldLayoutMkLst>
            <pc:docMk/>
            <pc:sldMasterMk cId="321132797" sldId="2147483682"/>
            <pc:sldLayoutMk cId="2142353771" sldId="2147483684"/>
          </pc:sldLayoutMkLst>
        </pc:sldLayoutChg>
        <pc:sldLayoutChg chg="modTransition">
          <pc:chgData name="Lwasampijja Mike" userId="86f4dd50fab1ff77" providerId="LiveId" clId="{F251FA85-E0E5-42D4-8374-9EE0C3AD82E8}" dt="2025-09-23T07:39:34.828" v="1499"/>
          <pc:sldLayoutMkLst>
            <pc:docMk/>
            <pc:sldMasterMk cId="321132797" sldId="2147483682"/>
            <pc:sldLayoutMk cId="3883134230" sldId="2147483685"/>
          </pc:sldLayoutMkLst>
        </pc:sldLayoutChg>
        <pc:sldLayoutChg chg="modTransition">
          <pc:chgData name="Lwasampijja Mike" userId="86f4dd50fab1ff77" providerId="LiveId" clId="{F251FA85-E0E5-42D4-8374-9EE0C3AD82E8}" dt="2025-09-23T07:39:34.828" v="1499"/>
          <pc:sldLayoutMkLst>
            <pc:docMk/>
            <pc:sldMasterMk cId="321132797" sldId="2147483682"/>
            <pc:sldLayoutMk cId="1050244861" sldId="2147483686"/>
          </pc:sldLayoutMkLst>
        </pc:sldLayoutChg>
        <pc:sldLayoutChg chg="modTransition">
          <pc:chgData name="Lwasampijja Mike" userId="86f4dd50fab1ff77" providerId="LiveId" clId="{F251FA85-E0E5-42D4-8374-9EE0C3AD82E8}" dt="2025-09-23T07:39:34.828" v="1499"/>
          <pc:sldLayoutMkLst>
            <pc:docMk/>
            <pc:sldMasterMk cId="321132797" sldId="2147483682"/>
            <pc:sldLayoutMk cId="2281085276" sldId="2147483687"/>
          </pc:sldLayoutMkLst>
        </pc:sldLayoutChg>
        <pc:sldLayoutChg chg="modTransition">
          <pc:chgData name="Lwasampijja Mike" userId="86f4dd50fab1ff77" providerId="LiveId" clId="{F251FA85-E0E5-42D4-8374-9EE0C3AD82E8}" dt="2025-09-23T07:39:34.828" v="1499"/>
          <pc:sldLayoutMkLst>
            <pc:docMk/>
            <pc:sldMasterMk cId="321132797" sldId="2147483682"/>
            <pc:sldLayoutMk cId="927350360" sldId="2147483688"/>
          </pc:sldLayoutMkLst>
        </pc:sldLayoutChg>
        <pc:sldLayoutChg chg="modTransition">
          <pc:chgData name="Lwasampijja Mike" userId="86f4dd50fab1ff77" providerId="LiveId" clId="{F251FA85-E0E5-42D4-8374-9EE0C3AD82E8}" dt="2025-09-23T07:39:34.828" v="1499"/>
          <pc:sldLayoutMkLst>
            <pc:docMk/>
            <pc:sldMasterMk cId="321132797" sldId="2147483682"/>
            <pc:sldLayoutMk cId="214291908" sldId="2147483689"/>
          </pc:sldLayoutMkLst>
        </pc:sldLayoutChg>
        <pc:sldLayoutChg chg="modTransition">
          <pc:chgData name="Lwasampijja Mike" userId="86f4dd50fab1ff77" providerId="LiveId" clId="{F251FA85-E0E5-42D4-8374-9EE0C3AD82E8}" dt="2025-09-23T07:39:34.828" v="1499"/>
          <pc:sldLayoutMkLst>
            <pc:docMk/>
            <pc:sldMasterMk cId="321132797" sldId="2147483682"/>
            <pc:sldLayoutMk cId="3901543105" sldId="2147483690"/>
          </pc:sldLayoutMkLst>
        </pc:sldLayoutChg>
        <pc:sldLayoutChg chg="modTransition">
          <pc:chgData name="Lwasampijja Mike" userId="86f4dd50fab1ff77" providerId="LiveId" clId="{F251FA85-E0E5-42D4-8374-9EE0C3AD82E8}" dt="2025-09-23T07:39:34.828" v="1499"/>
          <pc:sldLayoutMkLst>
            <pc:docMk/>
            <pc:sldMasterMk cId="321132797" sldId="2147483682"/>
            <pc:sldLayoutMk cId="4249256907" sldId="2147483691"/>
          </pc:sldLayoutMkLst>
        </pc:sldLayoutChg>
        <pc:sldLayoutChg chg="modTransition">
          <pc:chgData name="Lwasampijja Mike" userId="86f4dd50fab1ff77" providerId="LiveId" clId="{F251FA85-E0E5-42D4-8374-9EE0C3AD82E8}" dt="2025-09-23T07:39:34.828" v="1499"/>
          <pc:sldLayoutMkLst>
            <pc:docMk/>
            <pc:sldMasterMk cId="321132797" sldId="2147483682"/>
            <pc:sldLayoutMk cId="1383486870" sldId="2147483692"/>
          </pc:sldLayoutMkLst>
        </pc:sldLayoutChg>
        <pc:sldLayoutChg chg="modTransition">
          <pc:chgData name="Lwasampijja Mike" userId="86f4dd50fab1ff77" providerId="LiveId" clId="{F251FA85-E0E5-42D4-8374-9EE0C3AD82E8}" dt="2025-09-23T07:39:34.828" v="1499"/>
          <pc:sldLayoutMkLst>
            <pc:docMk/>
            <pc:sldMasterMk cId="321132797" sldId="2147483682"/>
            <pc:sldLayoutMk cId="2706872616" sldId="214748369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083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1" name="suction.wav"/>
          </p:stSnd>
        </p:sndAc>
      </p:transition>
    </mc:Choice>
    <mc:Fallback>
      <p:transition spd="slow" advTm="180000">
        <p:newsflash/>
        <p:sndAc>
          <p:stSnd>
            <p:snd r:embed="rId1" name="suction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353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1" name="suction.wav"/>
          </p:stSnd>
        </p:sndAc>
      </p:transition>
    </mc:Choice>
    <mc:Fallback>
      <p:transition spd="slow" advTm="180000">
        <p:newsflash/>
        <p:sndAc>
          <p:stSnd>
            <p:snd r:embed="rId1" name="suction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134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1" name="suction.wav"/>
          </p:stSnd>
        </p:sndAc>
      </p:transition>
    </mc:Choice>
    <mc:Fallback>
      <p:transition spd="slow" advTm="180000">
        <p:newsflash/>
        <p:sndAc>
          <p:stSnd>
            <p:snd r:embed="rId1" name="suction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244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1" name="suction.wav"/>
          </p:stSnd>
        </p:sndAc>
      </p:transition>
    </mc:Choice>
    <mc:Fallback>
      <p:transition spd="slow" advTm="180000">
        <p:newsflash/>
        <p:sndAc>
          <p:stSnd>
            <p:snd r:embed="rId1" name="suction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085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1" name="suction.wav"/>
          </p:stSnd>
        </p:sndAc>
      </p:transition>
    </mc:Choice>
    <mc:Fallback>
      <p:transition spd="slow" advTm="180000">
        <p:newsflash/>
        <p:sndAc>
          <p:stSnd>
            <p:snd r:embed="rId1" name="suction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350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1" name="suction.wav"/>
          </p:stSnd>
        </p:sndAc>
      </p:transition>
    </mc:Choice>
    <mc:Fallback>
      <p:transition spd="slow" advTm="180000">
        <p:newsflash/>
        <p:sndAc>
          <p:stSnd>
            <p:snd r:embed="rId1" name="suction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1A0A-74EA-43F6-AF79-05C070281E50}" type="datetimeFigureOut">
              <a:rPr lang="en-UG" smtClean="0"/>
              <a:t>23/09/2025</a:t>
            </a:fld>
            <a:endParaRPr lang="en-U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8951-5294-40B6-8172-A20BFB96F9C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4291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1" name="suction.wav"/>
          </p:stSnd>
        </p:sndAc>
      </p:transition>
    </mc:Choice>
    <mc:Fallback>
      <p:transition spd="slow" advTm="180000">
        <p:newsflash/>
        <p:sndAc>
          <p:stSnd>
            <p:snd r:embed="rId1" name="suction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543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1" name="suction.wav"/>
          </p:stSnd>
        </p:sndAc>
      </p:transition>
    </mc:Choice>
    <mc:Fallback>
      <p:transition spd="slow" advTm="180000">
        <p:newsflash/>
        <p:sndAc>
          <p:stSnd>
            <p:snd r:embed="rId1" name="suction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256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1" name="suction.wav"/>
          </p:stSnd>
        </p:sndAc>
      </p:transition>
    </mc:Choice>
    <mc:Fallback>
      <p:transition spd="slow" advTm="180000">
        <p:newsflash/>
        <p:sndAc>
          <p:stSnd>
            <p:snd r:embed="rId1" name="suction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486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1" name="suction.wav"/>
          </p:stSnd>
        </p:sndAc>
      </p:transition>
    </mc:Choice>
    <mc:Fallback>
      <p:transition spd="slow" advTm="180000">
        <p:newsflash/>
        <p:sndAc>
          <p:stSnd>
            <p:snd r:embed="rId1" name="suction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872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1" name="suction.wav"/>
          </p:stSnd>
        </p:sndAc>
      </p:transition>
    </mc:Choice>
    <mc:Fallback>
      <p:transition spd="slow" advTm="180000">
        <p:newsflash/>
        <p:sndAc>
          <p:stSnd>
            <p:snd r:embed="rId1" name="suction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3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13" name="suction.wav"/>
          </p:stSnd>
        </p:sndAc>
      </p:transition>
    </mc:Choice>
    <mc:Fallback>
      <p:transition spd="slow" advTm="180000">
        <p:newsflash/>
        <p:sndAc>
          <p:stSnd>
            <p:snd r:embed="rId13" name="suction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50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0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0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0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0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FDE5-ACF8-4BC6-BD7F-88AAFFD9A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5797" y="802298"/>
            <a:ext cx="9359056" cy="2541431"/>
          </a:xfrm>
        </p:spPr>
        <p:txBody>
          <a:bodyPr/>
          <a:lstStyle/>
          <a:p>
            <a:r>
              <a:rPr lang="en-US" dirty="0"/>
              <a:t>MATLAB ASSIGNMENT 2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FD0D2-2D1D-4141-AFF9-0FAC6539AD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BY: Group 12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429227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2" name="suction.wav"/>
          </p:stSnd>
        </p:sndAc>
      </p:transition>
    </mc:Choice>
    <mc:Fallback>
      <p:transition spd="slow" advTm="180000">
        <p:newsflash/>
        <p:sndAc>
          <p:stSnd>
            <p:snd r:embed="rId2" name="suction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9BE1E37-F880-49F3-AAB6-A1DA62D113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366963"/>
          <a:ext cx="103632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3804174164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470117976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538418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 NUMBER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PROGRAM OF STUDY</a:t>
                      </a:r>
                    </a:p>
                  </a:txBody>
                  <a:tcPr marL="67586" marR="67586" marT="0" marB="0"/>
                </a:tc>
                <a:extLst>
                  <a:ext uri="{0D108BD9-81ED-4DB2-BD59-A6C34878D82A}">
                    <a16:rowId xmlns:a16="http://schemas.microsoft.com/office/drawing/2014/main" val="414262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OBBO DANIEL BENJAMIN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BU/UP/2024/1054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WAR</a:t>
                      </a:r>
                    </a:p>
                  </a:txBody>
                  <a:tcPr marL="67586" marR="67586" marT="0" marB="0"/>
                </a:tc>
                <a:extLst>
                  <a:ext uri="{0D108BD9-81ED-4DB2-BD59-A6C34878D82A}">
                    <a16:rowId xmlns:a16="http://schemas.microsoft.com/office/drawing/2014/main" val="1791801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TANGA RIGAN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BU/UP/2024/1071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WAR</a:t>
                      </a:r>
                    </a:p>
                  </a:txBody>
                  <a:tcPr marL="67586" marR="67586" marT="0" marB="0"/>
                </a:tc>
                <a:extLst>
                  <a:ext uri="{0D108BD9-81ED-4DB2-BD59-A6C34878D82A}">
                    <a16:rowId xmlns:a16="http://schemas.microsoft.com/office/drawing/2014/main" val="329799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MIREMBE ROSE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BU/UP/2024/3835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WAR</a:t>
                      </a:r>
                    </a:p>
                  </a:txBody>
                  <a:tcPr marL="67586" marR="67586" marT="0" marB="0"/>
                </a:tc>
                <a:extLst>
                  <a:ext uri="{0D108BD9-81ED-4DB2-BD59-A6C34878D82A}">
                    <a16:rowId xmlns:a16="http://schemas.microsoft.com/office/drawing/2014/main" val="14091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AGABA JOSHUA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BU/UP/2024/1009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WAR</a:t>
                      </a:r>
                    </a:p>
                  </a:txBody>
                  <a:tcPr marL="67586" marR="67586" marT="0" marB="0"/>
                </a:tc>
                <a:extLst>
                  <a:ext uri="{0D108BD9-81ED-4DB2-BD59-A6C34878D82A}">
                    <a16:rowId xmlns:a16="http://schemas.microsoft.com/office/drawing/2014/main" val="2319344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LWASAMPIJJA MIKE CRISPUS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BU/UG/2024/2678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AMI</a:t>
                      </a:r>
                    </a:p>
                  </a:txBody>
                  <a:tcPr marL="67586" marR="67586" marT="0" marB="0"/>
                </a:tc>
                <a:extLst>
                  <a:ext uri="{0D108BD9-81ED-4DB2-BD59-A6C34878D82A}">
                    <a16:rowId xmlns:a16="http://schemas.microsoft.com/office/drawing/2014/main" val="2094309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ISABIRYE EDMOND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BU/UP/2024/3733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AMI</a:t>
                      </a:r>
                    </a:p>
                  </a:txBody>
                  <a:tcPr marL="67586" marR="67586" marT="0" marB="0"/>
                </a:tc>
                <a:extLst>
                  <a:ext uri="{0D108BD9-81ED-4DB2-BD59-A6C34878D82A}">
                    <a16:rowId xmlns:a16="http://schemas.microsoft.com/office/drawing/2014/main" val="1035937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WANDABWA ELVIS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BU/UP/2024/1076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WAR</a:t>
                      </a:r>
                    </a:p>
                  </a:txBody>
                  <a:tcPr marL="67586" marR="67586" marT="0" marB="0"/>
                </a:tc>
                <a:extLst>
                  <a:ext uri="{0D108BD9-81ED-4DB2-BD59-A6C34878D82A}">
                    <a16:rowId xmlns:a16="http://schemas.microsoft.com/office/drawing/2014/main" val="261613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APIO MIRIAM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BU/UP/2024/3827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WAR</a:t>
                      </a:r>
                    </a:p>
                  </a:txBody>
                  <a:tcPr marL="67586" marR="67586" marT="0" marB="0"/>
                </a:tc>
                <a:extLst>
                  <a:ext uri="{0D108BD9-81ED-4DB2-BD59-A6C34878D82A}">
                    <a16:rowId xmlns:a16="http://schemas.microsoft.com/office/drawing/2014/main" val="3087839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GINATH RUTH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BU/UP/2024/5468</a:t>
                      </a:r>
                    </a:p>
                  </a:txBody>
                  <a:tcPr marL="67586" marR="67586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PTI</a:t>
                      </a:r>
                    </a:p>
                  </a:txBody>
                  <a:tcPr marL="67586" marR="67586" marT="0" marB="0"/>
                </a:tc>
                <a:extLst>
                  <a:ext uri="{0D108BD9-81ED-4DB2-BD59-A6C34878D82A}">
                    <a16:rowId xmlns:a16="http://schemas.microsoft.com/office/drawing/2014/main" val="26909341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788C6E1-7F38-43E8-B749-FF8D963C81FB}"/>
              </a:ext>
            </a:extLst>
          </p:cNvPr>
          <p:cNvSpPr txBox="1"/>
          <p:nvPr/>
        </p:nvSpPr>
        <p:spPr>
          <a:xfrm>
            <a:off x="3288632" y="513346"/>
            <a:ext cx="5855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PARTICIPANTS OF GROUP 12</a:t>
            </a:r>
            <a:endParaRPr lang="en-UG" sz="3600" b="1" dirty="0"/>
          </a:p>
        </p:txBody>
      </p:sp>
    </p:spTree>
    <p:extLst>
      <p:ext uri="{BB962C8B-B14F-4D97-AF65-F5344CB8AC3E}">
        <p14:creationId xmlns:p14="http://schemas.microsoft.com/office/powerpoint/2010/main" val="3725521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2" name="suction.wav"/>
          </p:stSnd>
        </p:sndAc>
      </p:transition>
    </mc:Choice>
    <mc:Fallback>
      <p:transition spd="slow" advTm="180000">
        <p:newsflash/>
        <p:sndAc>
          <p:stSnd>
            <p:snd r:embed="rId2" name="suction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7F5FC3-2C19-4239-BE0E-BBE3332154AC}"/>
              </a:ext>
            </a:extLst>
          </p:cNvPr>
          <p:cNvSpPr txBox="1"/>
          <p:nvPr/>
        </p:nvSpPr>
        <p:spPr>
          <a:xfrm>
            <a:off x="3103944" y="452761"/>
            <a:ext cx="60344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BRIEF DESCRIPTION</a:t>
            </a:r>
            <a:endParaRPr lang="en-UG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646185-3C7E-47C9-8343-1C5D1440F1D3}"/>
              </a:ext>
            </a:extLst>
          </p:cNvPr>
          <p:cNvSpPr txBox="1"/>
          <p:nvPr/>
        </p:nvSpPr>
        <p:spPr>
          <a:xfrm>
            <a:off x="2712750" y="1368898"/>
            <a:ext cx="79442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Assignment two was about loading data files used in assignment one into MATLAB and make different data visualizations and describing characteristics and relationships of data.</a:t>
            </a:r>
            <a:endParaRPr lang="en-UG" sz="3600" dirty="0"/>
          </a:p>
        </p:txBody>
      </p:sp>
    </p:spTree>
    <p:extLst>
      <p:ext uri="{BB962C8B-B14F-4D97-AF65-F5344CB8AC3E}">
        <p14:creationId xmlns:p14="http://schemas.microsoft.com/office/powerpoint/2010/main" val="851123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2" name="suction.wav"/>
          </p:stSnd>
        </p:sndAc>
      </p:transition>
    </mc:Choice>
    <mc:Fallback>
      <p:transition spd="slow" advTm="180000">
        <p:newsflash/>
        <p:sndAc>
          <p:stSnd>
            <p:snd r:embed="rId2" name="suction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819342E-91CB-4E00-9FB0-68F0912CE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37" y="1302852"/>
            <a:ext cx="5871411" cy="2215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Relationship between temperature_c_min and minimum_ph according to 2021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temperature_c_min = [21 25 26 24 23 23 24 25 21 22 22 18 25 27 27 27 28 27 22 24 24 25 22 23 17 27 27 27 26 25 21 8.5 8.6 8.4 8.3 8.2 8.9 8.9 9 8.2 8.5 8.2 8.9 7.3];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minimum_ph = [7.2 7.4 7.1 7 7 7 7 7 7.1 7.1 6.8 7.1 6.6 7.6 7 6.5 7.7 6.7 6.8 6.6 7.2 6.7 7.1 7 7.1 6.1 6.4 6.1 7.6 7.8 7 7.3 7.5 7.2 7.1 7.1 7.4 7.1 7.1 7.3 7.2 7 7.1 7.5];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scatterhist(temperature_c_min,minimum_ph);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xlabel(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'temperature'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ylabel(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'minimum_ph'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kumimoji="0" lang="en-UG" altLang="en-UG" sz="1000" b="0" i="0" u="none" strike="noStrike" cap="none" normalizeH="0" baseline="0" dirty="0" err="1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scatterhist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plot'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grid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141D98E1-221B-4B16-89A3-402303B7C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684" y="1771626"/>
            <a:ext cx="2727158" cy="150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538FCFF6-477B-4E5A-A50C-A8A6152D6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10" y="3657173"/>
            <a:ext cx="6015790" cy="16312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Relationship between temperature_c_max, disolved_max and maximum_ph according to 2021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temperature_c_max = [34 32 29 29 29 30 30 30 25 25 25 23 32 31 29 30 31 32 29 30 26 29 28 27 27 31 31 31 30 37 29 15 14.5000 14.5000 23 23 14 14 25 21 21 26 26 22];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maximum_ph = [8.1 8.1 8.5 7.9 8 8 8.2 7.8 8 8 8 8 7.7 8.2 8 7.9 8.3 7.8 8.6 8 7.9 7.9 7.7 8.1 7.8 7.9 7.8 7.7 8.1 8.5 8.4 8.2 8.5 8.4 8.3 8.2 8.3 8.2 7.7 8.1 8 7.9 7.7 8.6];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disolved_max = [8 8.5 8.2 7 7.2 6.6 7.8 5.3 5.3 5.9 5.7 5.6 8 7.7 7.5 7 7.7 7.1 6 6.5 6.6 8 6.5 8.5 1.4 8.1 8 8.1 7.3 8.9 8.3 9 9.4 9.4 9.8 9.7 9.5 9.5 9.6 9.7 9.6 9.4 10.2 10.1];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scatter3(temperature_c_max, maximum_ph, disolved_max);</a:t>
            </a: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9E6B372-DAF4-4E61-AFD6-9B03EF738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37" y="5288389"/>
            <a:ext cx="2598821" cy="5232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501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'3D scatter plot'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2" name="Picture 2">
            <a:extLst>
              <a:ext uri="{FF2B5EF4-FFF2-40B4-BE49-F238E27FC236}">
                <a16:creationId xmlns:a16="http://schemas.microsoft.com/office/drawing/2014/main" id="{87CDD831-06F2-4D00-A866-DB8583CEA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632" y="3794031"/>
            <a:ext cx="4000500" cy="225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69CEDF22-DF83-4A10-845A-F16AF3C57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6632" y="679599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A34F0-DC86-43ED-A397-A853F9360DCC}"/>
              </a:ext>
            </a:extLst>
          </p:cNvPr>
          <p:cNvSpPr txBox="1"/>
          <p:nvPr/>
        </p:nvSpPr>
        <p:spPr>
          <a:xfrm>
            <a:off x="2161016" y="-2246"/>
            <a:ext cx="71708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NUMBER ONE VISUALIZATIONS</a:t>
            </a:r>
            <a:endParaRPr lang="en-UG" sz="3600" b="1" dirty="0"/>
          </a:p>
        </p:txBody>
      </p:sp>
    </p:spTree>
    <p:extLst>
      <p:ext uri="{BB962C8B-B14F-4D97-AF65-F5344CB8AC3E}">
        <p14:creationId xmlns:p14="http://schemas.microsoft.com/office/powerpoint/2010/main" val="1769860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2" name="suction.wav"/>
          </p:stSnd>
        </p:sndAc>
      </p:transition>
    </mc:Choice>
    <mc:Fallback>
      <p:transition spd="slow" advTm="180000">
        <p:newsflash/>
        <p:sndAc>
          <p:stSnd>
            <p:snd r:embed="rId2" name="suction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E5A9631-F74F-44FA-8A57-83CC870F6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3" y="689915"/>
            <a:ext cx="6368716" cy="113877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Parallel Coordinates plot of dissolved _min according to 2021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dissolved_min = [5 5.3 5 3.2 3.8 2 4.5 3.4 3.6 3.6 3.5 3.7 4.2 6.4 6 6.1 6 5.8 2.8 1.8 5.4 5.5 2.3 2.2 5 4. 4.2 4.6 6.6 6.8 8.5 8.6 8.4 8.3 8.2 8.9 8.9 9 8.2 8.5 8.2 8.9 7.3];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parallelplot(dissolved_min);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'parallel coordinates plot'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3" name="Picture 3">
            <a:extLst>
              <a:ext uri="{FF2B5EF4-FFF2-40B4-BE49-F238E27FC236}">
                <a16:creationId xmlns:a16="http://schemas.microsoft.com/office/drawing/2014/main" id="{5EF53C5E-CC5E-42AF-A825-5F7D45EBC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293" y="381171"/>
            <a:ext cx="3304674" cy="172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16258866-A744-46EF-BCE2-825469D41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10778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3D Bar plot of maximum ph according 2022</a:t>
            </a: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1CB4EDD-BBEE-4CC5-9418-133A72EE9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219143"/>
            <a:ext cx="6561221" cy="113877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501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maximum_ph = [6.6 7.6 7.8 7.6 7.8 7.5 7.6 7.5 7.6 7.6 8 7.7 8.14 8.5 8.27 8.25 8.18 8.3 8.48 8.32 8.29 8.13 8.17 8.16 8.25 8.22 8.32 8.86 8.27 8.38 8.14 8.46 8.56 8.55 8.82 8.38 8.05 8.4 8.5 8.5 8.5 8.4 8.2 8.4 8 8 8.3 8.1 8 8.3 8.5 8.4 8.7];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bar3(maximum_ph);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'3D bar plot'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F1F3BBC-7657-46BA-9467-EACCBE14F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136" y="2107787"/>
            <a:ext cx="3304674" cy="150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49DBA060-3527-4554-809E-982E7F3E0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611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94831E71-40F6-4AF8-9A89-962367F0D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135" y="3636501"/>
            <a:ext cx="3824037" cy="3246438"/>
          </a:xfrm>
          <a:prstGeom prst="rect">
            <a:avLst/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DE2570-D6E2-47D5-BFAF-70AED0D7E4F0}"/>
              </a:ext>
            </a:extLst>
          </p:cNvPr>
          <p:cNvSpPr txBox="1"/>
          <p:nvPr/>
        </p:nvSpPr>
        <p:spPr>
          <a:xfrm>
            <a:off x="152399" y="3429000"/>
            <a:ext cx="75798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maximum_ph = x</a:t>
            </a:r>
            <a:endParaRPr kumimoji="0" lang="en-UG" altLang="en-UG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temperature_c_min = [21 25 26 24 23 23 24 25 21 22 22 18 25 27 27 27 28 27 22 24 24 25 22 23 17 27 27 27 26 25 21 8.5 8.6 8.4 8.3 8.2 8.9 8.9 9 8.2 8.5 8.2 8.9 7.3];</a:t>
            </a:r>
            <a:endParaRPr kumimoji="0" lang="en-UG" altLang="en-UG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FAE294-E011-42F9-B0C7-1F42A068528F}"/>
              </a:ext>
            </a:extLst>
          </p:cNvPr>
          <p:cNvSpPr txBox="1"/>
          <p:nvPr/>
        </p:nvSpPr>
        <p:spPr>
          <a:xfrm>
            <a:off x="24062" y="4679130"/>
            <a:ext cx="80290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minimum_ph = [7.2 7.4 7.1 7 7 7 7 7 7.1 7.1 6.8 7.1 6.6 7.6 7 6.5 7.7 6.7 6.8 6.6 7.2 6.7 7.1 7 7.1 6.1 6.4 6.1 7.6 7.8 7 7.3 7.5 7.2 7.1 7.1 7.4 7.1 7.1 7.3 7.2 7 7.1 7.5];</a:t>
            </a:r>
            <a:endParaRPr kumimoji="0" lang="en-UG" altLang="en-UG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scatter(temperature_c_min,minimum_ph);</a:t>
            </a:r>
            <a:endParaRPr kumimoji="0" lang="en-UG" altLang="en-UG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hold </a:t>
            </a:r>
            <a: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kumimoji="0" lang="en-UG" altLang="en-UG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 = sin(minimum_ph);</a:t>
            </a:r>
            <a:endParaRPr kumimoji="0" lang="en-UG" altLang="en-UG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plot(temperature_c_min,y,</a:t>
            </a:r>
            <a: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'r*'</a:t>
            </a:r>
            <a: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243CD3-2A36-455F-8D13-628985F7029B}"/>
              </a:ext>
            </a:extLst>
          </p:cNvPr>
          <p:cNvSpPr txBox="1"/>
          <p:nvPr/>
        </p:nvSpPr>
        <p:spPr>
          <a:xfrm>
            <a:off x="3136227" y="54467"/>
            <a:ext cx="4555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MORE OF NUMBER ONE</a:t>
            </a:r>
            <a:endParaRPr lang="en-UG" b="1" dirty="0"/>
          </a:p>
        </p:txBody>
      </p:sp>
    </p:spTree>
    <p:extLst>
      <p:ext uri="{BB962C8B-B14F-4D97-AF65-F5344CB8AC3E}">
        <p14:creationId xmlns:p14="http://schemas.microsoft.com/office/powerpoint/2010/main" val="2537804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2" name="suction.wav"/>
          </p:stSnd>
        </p:sndAc>
      </p:transition>
    </mc:Choice>
    <mc:Fallback>
      <p:transition spd="slow" advTm="180000">
        <p:newsflash/>
        <p:sndAc>
          <p:stSnd>
            <p:snd r:embed="rId2" name="suction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29CBCA8-66BB-4CAF-A3BD-3F67D5471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45714"/>
            <a:ext cx="7812505" cy="175432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Relationship between Temperature_c_min2, temperature_c_max2 and dissolved_min2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temperature_c_min2 = [12 12 17 19 16 15 14 18.5 12 13 18 14 14.5 8 14 21 20 7 8 7 20 19 8 8 19 17 21 21 5 18 22 21.4 21 22 17 18 17 22  25 25 25 25 24 22];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temperature_c_max2 = [29 26 36 34 33 30 33.5 27 26 33 26 30 24 23.5 26 27 23 16 18 27 27 24 23 26 32 31 31 32 32 30 32.6 34 34 32 31 31 30 30 28 29 28 27 26 30];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dissolved_min2 = [3.3 5.9 5.8 7.4 7.4 6.5 7.3 7.8 7.3 7.5 6.7 7.3 7.1 8.7 7.5 7.4 7 6.9 7.5 6.9 7.4 6.8 6.9 7.4 4.7 6 6.1 5 5.5 6.6 7.9 3.7 3.7 3.7 1.6 5 6.4 5.2 5.2 4.8 4.5 5.3 5.7 5.1];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scatter3(temperature_c_min2,temperature_c_max2,dissolved_min2);</a:t>
            </a:r>
            <a:r>
              <a:rPr kumimoji="0" lang="en-US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SSSS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'3D scatter plot'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1" name="Picture 1">
            <a:extLst>
              <a:ext uri="{FF2B5EF4-FFF2-40B4-BE49-F238E27FC236}">
                <a16:creationId xmlns:a16="http://schemas.microsoft.com/office/drawing/2014/main" id="{299EC1EE-F781-4D7C-AC48-B7823E318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4821" y="1345713"/>
            <a:ext cx="3368842" cy="211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99629745-8793-4052-A7AC-38A15BC1C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9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27FAD1-4F1B-4E06-ACE7-42B62B795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94924"/>
            <a:ext cx="7812505" cy="14465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Relationship between dissolved_max and dissolved_min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dissolved_min2 = [3.3 5.9 5.8 7.4 7.4 6.5 7.3 7.8 7.3 7.5 6.7 7.3 7.1 8.7 7.5 7.4 7 6.9 7.5 6.9 7.4 6.8 6.9 7.4 4.7 6 6.1 5 5.5 6.6 7.9 3.7 3.7 3.7 1.6 5 6.4 5.2 5.2 4.8 4.5 5.3 5.7 5.1];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dissolved_max2 = [5.2 7.2 6.6 7.8 8 7.5 8.1 8.5 7.8 8.7 8.5 8.5 9 9.4 8.3 8.2 8.6 8.6 8.9 8.2 8.1 8.5 8.5 8 12.4 7.5 7.8 13.6 13.3 7.5 10.2 5.6 5.1 6.2 2.9 6.6 7.7 7.2 6.6 7 7.9 8 7.5 8];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scatter(dissolved_min2,dissolved_max2);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'% between dissolved_max and dissolved_min'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4" name="Picture 2">
            <a:extLst>
              <a:ext uri="{FF2B5EF4-FFF2-40B4-BE49-F238E27FC236}">
                <a16:creationId xmlns:a16="http://schemas.microsoft.com/office/drawing/2014/main" id="{C0AA713F-E254-47B6-BB2C-DBE6B2E89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483" y="3463077"/>
            <a:ext cx="3128211" cy="165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3137AEA5-EEDA-41EA-B9E0-ADFAB4EC4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611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6922798-28ED-4245-9595-26214F281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3" y="5053516"/>
            <a:ext cx="6117166" cy="14465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Relationship between minimum_ph3 and maximum_ph3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maximum_ph3 = [8 8.3 8 8.4 8.4 7.7 7.8 7.3 7.4 7.8 8.3 8 9.2 7.6 7.4 7.5 7.2 7.3 7.7 7.5 7.7 7.5 7.2 8 7.3 7.3 7.4 7.5 7.3];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minimum_ph3 = [6.7 7.3 7.5 6.3 7.2 6.9 7.1 5.7 5.9 6.7 7.4 6.6 7 7 6.8 7 6.8 6.9 6.8 6.6 7.1 7 6.6 6.7 6.5 6.8 6.8 7 6.8];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compass(maximum_ph3,minimum_ph3);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'compass plot'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7" name="Picture 3">
            <a:extLst>
              <a:ext uri="{FF2B5EF4-FFF2-40B4-BE49-F238E27FC236}">
                <a16:creationId xmlns:a16="http://schemas.microsoft.com/office/drawing/2014/main" id="{558877A8-BEB2-4D71-8377-D449875BF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9611" y="5327566"/>
            <a:ext cx="2101953" cy="1085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9">
            <a:extLst>
              <a:ext uri="{FF2B5EF4-FFF2-40B4-BE49-F238E27FC236}">
                <a16:creationId xmlns:a16="http://schemas.microsoft.com/office/drawing/2014/main" id="{58FEBCC5-F8A2-46B6-87E0-BC9740E2E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518" y="8849309"/>
            <a:ext cx="839514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BDBA3-3FAA-4713-9C37-73B89235480A}"/>
              </a:ext>
            </a:extLst>
          </p:cNvPr>
          <p:cNvSpPr txBox="1"/>
          <p:nvPr/>
        </p:nvSpPr>
        <p:spPr>
          <a:xfrm>
            <a:off x="2695074" y="288758"/>
            <a:ext cx="5325979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MORE OF NUMBER ONE</a:t>
            </a:r>
            <a:endParaRPr lang="en-UG" b="1" dirty="0"/>
          </a:p>
        </p:txBody>
      </p:sp>
    </p:spTree>
    <p:extLst>
      <p:ext uri="{BB962C8B-B14F-4D97-AF65-F5344CB8AC3E}">
        <p14:creationId xmlns:p14="http://schemas.microsoft.com/office/powerpoint/2010/main" val="471859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2" name="suction.wav"/>
          </p:stSnd>
        </p:sndAc>
      </p:transition>
    </mc:Choice>
    <mc:Fallback>
      <p:transition spd="slow" advTm="180000">
        <p:newsflash/>
        <p:sndAc>
          <p:stSnd>
            <p:snd r:embed="rId2" name="suction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77A4F96-0E55-48AE-8864-9D9C227B8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0553"/>
            <a:ext cx="7074568" cy="160043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maximum_ph3 = x 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 = [8 8.3 8 8.4 8.4 7.7 7.8 7.3 7.4 7.8 8.3 8 9.2 7.6 7.4 7.5 7.2 7.3 7.7 7.5 7.7 7.5 7.2 8 7.3 7.3 7.4 7.5 7.3];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 = sin(x);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plot(x,y,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kumimoji="0" lang="en-UG" altLang="en-UG" sz="1000" b="0" i="0" u="none" strike="noStrike" cap="none" normalizeH="0" baseline="0" dirty="0" err="1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Markeredgecolor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'g'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xlabel(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'X)'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ylabel(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'Y'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grid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5" name="Picture 4">
            <a:extLst>
              <a:ext uri="{FF2B5EF4-FFF2-40B4-BE49-F238E27FC236}">
                <a16:creationId xmlns:a16="http://schemas.microsoft.com/office/drawing/2014/main" id="{45C246F3-E4BE-480A-956D-3833A3236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4167" y="834191"/>
            <a:ext cx="3545306" cy="220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EA3B233C-5F65-430C-8548-DD12B1ED8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9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5A57CD0-3FE8-485F-94E9-2782D55A17D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2400" y="3878250"/>
            <a:ext cx="6922168" cy="2215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Minimum_ph3 = k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k = [6.7 7.3 7.5 6.3 7.2 6.9 7.1 5.7 5.9 6.7 7.4 6.6 7 7 6.8 7 6.8 6.9 6.8 6.6 7.1 7 6.6 6.7 6.5 6.8 6.8 7 6.8];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h = sin(k);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plot(k,h,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kumimoji="0" lang="en-UG" altLang="en-UG" sz="1000" b="0" i="0" u="none" strike="noStrike" cap="none" normalizeH="0" baseline="0" dirty="0" err="1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ro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xlabel(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'k'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ylabel(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'h'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grid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hold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b = [8 8.3 8 8.4 8.4 7.7 7.8 7.3 7.4 7.8 8.3 8 9.2 7.6 7.4 7.5 7.2 7.3 7.7 7.5 7.7 7.5 7.2 8 7.3 7.3 7.4 7.5 7.3];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plot(b,h,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'k*'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8" name="Picture 5">
            <a:extLst>
              <a:ext uri="{FF2B5EF4-FFF2-40B4-BE49-F238E27FC236}">
                <a16:creationId xmlns:a16="http://schemas.microsoft.com/office/drawing/2014/main" id="{31875F77-6990-42CF-8AB1-FB7E0B844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293" y="3763963"/>
            <a:ext cx="4000500" cy="248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027260EF-F60C-4B7D-8900-2352E7F64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611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998DD9-FACE-47E6-815D-FB0E6E338F10}"/>
              </a:ext>
            </a:extLst>
          </p:cNvPr>
          <p:cNvSpPr txBox="1"/>
          <p:nvPr/>
        </p:nvSpPr>
        <p:spPr>
          <a:xfrm>
            <a:off x="2871537" y="272716"/>
            <a:ext cx="5149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MORE OF NUMBER ONE</a:t>
            </a:r>
            <a:endParaRPr lang="en-UG" b="1" dirty="0"/>
          </a:p>
        </p:txBody>
      </p:sp>
    </p:spTree>
    <p:extLst>
      <p:ext uri="{BB962C8B-B14F-4D97-AF65-F5344CB8AC3E}">
        <p14:creationId xmlns:p14="http://schemas.microsoft.com/office/powerpoint/2010/main" val="1422848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2" name="suction.wav"/>
          </p:stSnd>
        </p:sndAc>
      </p:transition>
    </mc:Choice>
    <mc:Fallback>
      <p:transition spd="slow" advTm="180000">
        <p:newsflash/>
        <p:sndAc>
          <p:stSnd>
            <p:snd r:embed="rId2" name="suction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833177-F767-4549-B89F-D1B09FE127FA}"/>
              </a:ext>
            </a:extLst>
          </p:cNvPr>
          <p:cNvSpPr txBox="1"/>
          <p:nvPr/>
        </p:nvSpPr>
        <p:spPr>
          <a:xfrm>
            <a:off x="2582779" y="1411705"/>
            <a:ext cx="72189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NUMBER TWO</a:t>
            </a:r>
          </a:p>
          <a:p>
            <a:pPr algn="ctr"/>
            <a:r>
              <a:rPr lang="en-US" sz="3600" dirty="0"/>
              <a:t>In this number we used the data from number two of assignment one to visualize the relationship and characteristics of data of the group members.</a:t>
            </a:r>
            <a:endParaRPr lang="en-UG" sz="3600" dirty="0"/>
          </a:p>
        </p:txBody>
      </p:sp>
    </p:spTree>
    <p:extLst>
      <p:ext uri="{BB962C8B-B14F-4D97-AF65-F5344CB8AC3E}">
        <p14:creationId xmlns:p14="http://schemas.microsoft.com/office/powerpoint/2010/main" val="14761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2" name="suction.wav"/>
          </p:stSnd>
        </p:sndAc>
      </p:transition>
    </mc:Choice>
    <mc:Fallback>
      <p:transition spd="slow" advTm="180000">
        <p:newsflash/>
        <p:sndAc>
          <p:stSnd>
            <p:snd r:embed="rId2" name="suction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B67BDA0-18DD-4AD6-B3C7-8A3B4E75C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74" y="1403048"/>
            <a:ext cx="6481011" cy="129266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Relationship between students and age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Age = [21, 20, 20, 22, 21, 20, 21, 22, 23];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Names = [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"AGABA"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"OBBO"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"GINAH"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"MIREMBE"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"ISABIRIYE"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"APIO"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"IWASAMPIJJA"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"TANGA"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"WANDABA"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pie(</a:t>
            </a:r>
            <a:r>
              <a:rPr kumimoji="0" lang="en-UG" altLang="en-UG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Age,Names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"pie chart showing students and their age"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Picture 1">
            <a:extLst>
              <a:ext uri="{FF2B5EF4-FFF2-40B4-BE49-F238E27FC236}">
                <a16:creationId xmlns:a16="http://schemas.microsoft.com/office/drawing/2014/main" id="{E3DFC135-8196-43BB-AEA4-0A8AB39D5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736" y="1267326"/>
            <a:ext cx="3064043" cy="166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D17407F3-F1F5-40CD-903C-D3A4F651F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9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940DF-BE3E-4D53-8279-B38DA1DD381E}"/>
              </a:ext>
            </a:extLst>
          </p:cNvPr>
          <p:cNvSpPr txBox="1"/>
          <p:nvPr/>
        </p:nvSpPr>
        <p:spPr>
          <a:xfrm>
            <a:off x="2374232" y="385011"/>
            <a:ext cx="6786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NUMBER TWO VISUALIZATION</a:t>
            </a:r>
            <a:endParaRPr lang="en-UG" sz="4000" b="1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53AB6B-1F91-4F01-8E63-B6DC3A21191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0394" y="2935706"/>
            <a:ext cx="6617369" cy="160043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of age and students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Names = categorical({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'AGABA'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'OBBO'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'GINAH'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'MIREMBE'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'ISABIRIYE'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'APIO'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'IWASAMPIJJA'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'TANGA'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'WANDABA'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});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Age = [21, 20, 20, 22, 21, 20, 21, 22, 23];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bar(Names,Age);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ylabel(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'values'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'% of age and students'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grid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2" name="Picture 2">
            <a:extLst>
              <a:ext uri="{FF2B5EF4-FFF2-40B4-BE49-F238E27FC236}">
                <a16:creationId xmlns:a16="http://schemas.microsoft.com/office/drawing/2014/main" id="{5482DBF5-C6C8-43CE-9956-E7839DB97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642" y="2935706"/>
            <a:ext cx="3481137" cy="2021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C1D0A6A0-A72D-4DA6-ABFA-39275F765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611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F9C2A36F-79FC-4E17-B7E2-DA0169E16A8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0393" y="5109410"/>
            <a:ext cx="6481011" cy="98488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Age patterns of students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Age = [21, 20, 20, 22, 21, 20, 21, 22, 23];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andrewsplot(Age);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'Age distribution'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5" name="Picture 3">
            <a:extLst>
              <a:ext uri="{FF2B5EF4-FFF2-40B4-BE49-F238E27FC236}">
                <a16:creationId xmlns:a16="http://schemas.microsoft.com/office/drawing/2014/main" id="{0978D869-AD77-4A7A-84D0-5C520A504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641" y="5109410"/>
            <a:ext cx="3481137" cy="1875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9">
            <a:extLst>
              <a:ext uri="{FF2B5EF4-FFF2-40B4-BE49-F238E27FC236}">
                <a16:creationId xmlns:a16="http://schemas.microsoft.com/office/drawing/2014/main" id="{C44A92E5-7493-4CBE-BFAB-66D60A506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7639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89376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2" name="suction.wav"/>
          </p:stSnd>
        </p:sndAc>
      </p:transition>
    </mc:Choice>
    <mc:Fallback>
      <p:transition spd="slow" advTm="180000">
        <p:newsflash/>
        <p:sndAc>
          <p:stSnd>
            <p:snd r:embed="rId2" name="suction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CFC04FD-25AC-46C5-9660-F13594480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6915"/>
            <a:ext cx="5710989" cy="129266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Age distribution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 = [21, 20, 20, 22, 21, 20, 21, 22, 23];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 = sin(x);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z = cos(x);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stem3(x,y,z);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'3D stem plot'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3" name="Picture 4">
            <a:extLst>
              <a:ext uri="{FF2B5EF4-FFF2-40B4-BE49-F238E27FC236}">
                <a16:creationId xmlns:a16="http://schemas.microsoft.com/office/drawing/2014/main" id="{39A2DEEE-D3C0-4731-B407-0E7CF9FD6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0" y="425116"/>
            <a:ext cx="3487153" cy="146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98EA49F8-D6C8-45DF-83E3-0F17EB36F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9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7E4B50B-B836-4537-B2A9-992C622FA23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0" y="2215486"/>
            <a:ext cx="5558589" cy="113877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Age distribution using a box plot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Age = [21, 20, 20, 22, 21, 20, 21, 22, 23];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boxplot(Age);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'Box plot'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grid 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6" name="Picture 5">
            <a:extLst>
              <a:ext uri="{FF2B5EF4-FFF2-40B4-BE49-F238E27FC236}">
                <a16:creationId xmlns:a16="http://schemas.microsoft.com/office/drawing/2014/main" id="{4AC28B67-FED0-4D1C-8337-517872444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53" y="1958182"/>
            <a:ext cx="3487153" cy="1827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5609D931-143F-4054-ABCD-15A8B7D50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611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B61F058-4C94-42F1-B3DA-B3A2963FA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11563"/>
            <a:ext cx="2070599" cy="86177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Student's age distribution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Age = [21, 20, 20, 22, 21, 20, 21, 22, 23];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heatmap(Age);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'Heat map'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C0FFB042-AF56-4A07-8647-CA589C4C7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840907"/>
            <a:ext cx="5141495" cy="70788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Student's age distribution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Age = [21, 20, 20, 22, 21, 20, 21, 22, 23];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heatmap(Age);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'Heat map'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1C866FEB-7616-44ED-8272-B27C3CB63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973" y="3683752"/>
            <a:ext cx="2847473" cy="134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2">
            <a:extLst>
              <a:ext uri="{FF2B5EF4-FFF2-40B4-BE49-F238E27FC236}">
                <a16:creationId xmlns:a16="http://schemas.microsoft.com/office/drawing/2014/main" id="{6FF808C4-CA84-46F6-AAB8-1BBFB932D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8" y="4966989"/>
            <a:ext cx="5941587" cy="14465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Histogram of age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Age = [21, 20, 20, 22, 21, 20, 21, 22, 23];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histogram(Age);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xlabel(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'Age'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ylabel(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'time'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'histogram'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grid 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kumimoji="0" lang="en-UG" altLang="en-U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kumimoji="0" lang="en-UG" altLang="en-U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203" name="Picture 7">
            <a:extLst>
              <a:ext uri="{FF2B5EF4-FFF2-40B4-BE49-F238E27FC236}">
                <a16:creationId xmlns:a16="http://schemas.microsoft.com/office/drawing/2014/main" id="{1043D1BF-AF25-4C79-9A0F-1EF20033B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425" y="5181149"/>
            <a:ext cx="3487153" cy="158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3">
            <a:extLst>
              <a:ext uri="{FF2B5EF4-FFF2-40B4-BE49-F238E27FC236}">
                <a16:creationId xmlns:a16="http://schemas.microsoft.com/office/drawing/2014/main" id="{149B4870-420C-4302-8001-C392A6802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7639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5579B8-C193-4B19-9F1B-265A7782313A}"/>
              </a:ext>
            </a:extLst>
          </p:cNvPr>
          <p:cNvSpPr txBox="1"/>
          <p:nvPr/>
        </p:nvSpPr>
        <p:spPr>
          <a:xfrm>
            <a:off x="2342147" y="256674"/>
            <a:ext cx="5197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MORE OF NUMBER TWO</a:t>
            </a:r>
            <a:endParaRPr lang="en-UG" b="1" dirty="0"/>
          </a:p>
        </p:txBody>
      </p:sp>
    </p:spTree>
    <p:extLst>
      <p:ext uri="{BB962C8B-B14F-4D97-AF65-F5344CB8AC3E}">
        <p14:creationId xmlns:p14="http://schemas.microsoft.com/office/powerpoint/2010/main" val="1321911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2" name="suction.wav"/>
          </p:stSnd>
        </p:sndAc>
      </p:transition>
    </mc:Choice>
    <mc:Fallback>
      <p:transition spd="slow" advTm="180000">
        <p:newsflash/>
        <p:sndAc>
          <p:stSnd>
            <p:snd r:embed="rId2" name="suction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E45CF9D-5DBB-461F-8709-FD932BB54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3111"/>
            <a:ext cx="4652211" cy="98488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Pie chart of age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Age = [21, 20, 20, 22, 21, 20, 21, 22, 23];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pie(Age);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'Age of group 12'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7" name="Picture 8">
            <a:extLst>
              <a:ext uri="{FF2B5EF4-FFF2-40B4-BE49-F238E27FC236}">
                <a16:creationId xmlns:a16="http://schemas.microsoft.com/office/drawing/2014/main" id="{A40B5B09-627C-42C1-A291-5EAD76045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443" y="493293"/>
            <a:ext cx="2759242" cy="172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D8F46918-E466-47A0-81D1-B77087C00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9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0DE037-9E04-4F77-837B-E85866B7C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8126" y="2398078"/>
            <a:ext cx="5702968" cy="98488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Graph of age(x)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 = [21, 20, 20, 22, 21, 20, 21, 22, 23];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 = sin(x);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plot(x,y,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'ms'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20" name="Picture 9">
            <a:extLst>
              <a:ext uri="{FF2B5EF4-FFF2-40B4-BE49-F238E27FC236}">
                <a16:creationId xmlns:a16="http://schemas.microsoft.com/office/drawing/2014/main" id="{BBB3560E-2B0B-4028-98E5-ED177A811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964" y="2217813"/>
            <a:ext cx="3631531" cy="158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1CC40E10-1219-4946-96F3-906951043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611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3ACF50F-2B7B-4C30-A38A-260E5F0FDC1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2505" y="4478871"/>
            <a:ext cx="5967663" cy="160043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GRAPH 2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 = [21, 20, 20, 22, 21, 20, 21, 22, 23];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 = cos(x);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plot(x,y);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hold 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z = tan(y);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plot(x,z,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"kv"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grid 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kumimoji="0" lang="en-UG" altLang="en-UG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kumimoji="0" lang="en-UG" altLang="en-UG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23" name="Picture 10">
            <a:extLst>
              <a:ext uri="{FF2B5EF4-FFF2-40B4-BE49-F238E27FC236}">
                <a16:creationId xmlns:a16="http://schemas.microsoft.com/office/drawing/2014/main" id="{72CAE201-92B7-4D7C-81EE-79E342D15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8995" y="3942334"/>
            <a:ext cx="4000500" cy="242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9">
            <a:extLst>
              <a:ext uri="{FF2B5EF4-FFF2-40B4-BE49-F238E27FC236}">
                <a16:creationId xmlns:a16="http://schemas.microsoft.com/office/drawing/2014/main" id="{AF4F6C30-B0BD-446F-A6DC-EAB063A38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7639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56CC6E-1E33-4B7F-8F4A-84143B405BE1}"/>
              </a:ext>
            </a:extLst>
          </p:cNvPr>
          <p:cNvSpPr txBox="1"/>
          <p:nvPr/>
        </p:nvSpPr>
        <p:spPr>
          <a:xfrm>
            <a:off x="2294021" y="160421"/>
            <a:ext cx="484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MORE OF NUMBER TWO</a:t>
            </a:r>
            <a:endParaRPr lang="en-UG" b="1" dirty="0"/>
          </a:p>
        </p:txBody>
      </p:sp>
    </p:spTree>
    <p:extLst>
      <p:ext uri="{BB962C8B-B14F-4D97-AF65-F5344CB8AC3E}">
        <p14:creationId xmlns:p14="http://schemas.microsoft.com/office/powerpoint/2010/main" val="2175209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2" name="suction.wav"/>
          </p:stSnd>
        </p:sndAc>
      </p:transition>
    </mc:Choice>
    <mc:Fallback>
      <p:transition spd="slow" advTm="180000">
        <p:newsflash/>
        <p:sndAc>
          <p:stSnd>
            <p:snd r:embed="rId2" name="suction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A3799F-BA4C-4C44-B91F-476EFDC79D82}"/>
              </a:ext>
            </a:extLst>
          </p:cNvPr>
          <p:cNvSpPr txBox="1"/>
          <p:nvPr/>
        </p:nvSpPr>
        <p:spPr>
          <a:xfrm>
            <a:off x="2294021" y="2213811"/>
            <a:ext cx="7940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CONCLUSION</a:t>
            </a:r>
          </a:p>
          <a:p>
            <a:pPr algn="ctr"/>
            <a:r>
              <a:rPr lang="en-US" dirty="0"/>
              <a:t>The second assignment helped the participants to get more skills in data visualization and acquire key hands on experience.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277428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80000">
        <p:newsflash/>
        <p:sndAc>
          <p:stSnd>
            <p:snd r:embed="rId2" name="suction.wav"/>
          </p:stSnd>
        </p:sndAc>
      </p:transition>
    </mc:Choice>
    <mc:Fallback>
      <p:transition spd="slow" advTm="180000">
        <p:newsflash/>
        <p:sndAc>
          <p:stSnd>
            <p:snd r:embed="rId2" name="suction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178</TotalTime>
  <Words>1919</Words>
  <Application>Microsoft Office PowerPoint</Application>
  <PresentationFormat>Widescreen</PresentationFormat>
  <Paragraphs>166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Consolas</vt:lpstr>
      <vt:lpstr>Gill Sans MT</vt:lpstr>
      <vt:lpstr>Helvetica</vt:lpstr>
      <vt:lpstr>Times New Roman</vt:lpstr>
      <vt:lpstr>Gallery</vt:lpstr>
      <vt:lpstr>MATLAB ASSIGNMENT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 ASSIGNMENT 2</dc:title>
  <dc:creator>Lwasampijja Mike</dc:creator>
  <cp:lastModifiedBy>Lwasampijja Mike</cp:lastModifiedBy>
  <cp:revision>15</cp:revision>
  <dcterms:created xsi:type="dcterms:W3CDTF">2025-09-23T04:44:17Z</dcterms:created>
  <dcterms:modified xsi:type="dcterms:W3CDTF">2025-09-23T07:42:27Z</dcterms:modified>
</cp:coreProperties>
</file>